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4"/>
  </p:notesMasterIdLst>
  <p:sldIdLst>
    <p:sldId id="256" r:id="rId2"/>
    <p:sldId id="257" r:id="rId3"/>
    <p:sldId id="258" r:id="rId4"/>
    <p:sldId id="259" r:id="rId5"/>
    <p:sldId id="260" r:id="rId6"/>
    <p:sldId id="271" r:id="rId7"/>
    <p:sldId id="261" r:id="rId8"/>
    <p:sldId id="263" r:id="rId9"/>
    <p:sldId id="262" r:id="rId10"/>
    <p:sldId id="264" r:id="rId11"/>
    <p:sldId id="265" r:id="rId12"/>
    <p:sldId id="269" r:id="rId13"/>
  </p:sldIdLst>
  <p:sldSz cx="18288000" cy="10287000"/>
  <p:notesSz cx="6858000" cy="9144000"/>
  <p:embeddedFontLst>
    <p:embeddedFont>
      <p:font typeface="Archivo Black" panose="020B0604020202020204" charset="0"/>
      <p:regular r:id="rId15"/>
    </p:embeddedFont>
    <p:embeddedFont>
      <p:font typeface="League Spartan"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75650F-AA2B-4B1B-82AE-5ED585942677}" v="16" dt="2024-10-20T16:50:00.2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718" name="Rectangle 2"/>
          <p:cNvSpPr>
            <a:spLocks noGrp="1" noChangeArrowheads="1"/>
          </p:cNvSpPr>
          <p:nvPr>
            <p:ph type="hdr" sz="quarter"/>
          </p:nvPr>
        </p:nvSpPr>
        <p:spPr bwMode="auto">
          <a:xfrm>
            <a:off x="2"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a:p>
        </p:txBody>
      </p:sp>
      <p:sp>
        <p:nvSpPr>
          <p:cNvPr id="1048719" name="Rectangle 3"/>
          <p:cNvSpPr>
            <a:spLocks noGrp="1" noChangeArrowheads="1"/>
          </p:cNvSpPr>
          <p:nvPr>
            <p:ph type="dt" idx="1"/>
          </p:nvPr>
        </p:nvSpPr>
        <p:spPr bwMode="auto">
          <a:xfrm>
            <a:off x="4021139"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a:p>
        </p:txBody>
      </p:sp>
      <p:sp>
        <p:nvSpPr>
          <p:cNvPr id="1048720"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p:spPr>
      </p:sp>
      <p:sp>
        <p:nvSpPr>
          <p:cNvPr id="1048721" name="Rectangle 5"/>
          <p:cNvSpPr>
            <a:spLocks noGrp="1" noChangeArrowheads="1"/>
          </p:cNvSpPr>
          <p:nvPr>
            <p:ph type="body" sz="quarter" idx="3"/>
          </p:nvPr>
        </p:nvSpPr>
        <p:spPr bwMode="auto">
          <a:xfrm>
            <a:off x="709614" y="4862514"/>
            <a:ext cx="5680075" cy="4605337"/>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2" name="Rectangle 6"/>
          <p:cNvSpPr>
            <a:spLocks noGrp="1" noChangeArrowheads="1"/>
          </p:cNvSpPr>
          <p:nvPr>
            <p:ph type="ftr" sz="quarter" idx="4"/>
          </p:nvPr>
        </p:nvSpPr>
        <p:spPr bwMode="auto">
          <a:xfrm>
            <a:off x="2"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a:p>
        </p:txBody>
      </p:sp>
      <p:sp>
        <p:nvSpPr>
          <p:cNvPr id="1048723" name="Rectangle 7"/>
          <p:cNvSpPr>
            <a:spLocks noGrp="1" noChangeArrowheads="1"/>
          </p:cNvSpPr>
          <p:nvPr>
            <p:ph type="sldNum" sz="quarter" idx="5"/>
          </p:nvPr>
        </p:nvSpPr>
        <p:spPr bwMode="auto">
          <a:xfrm>
            <a:off x="4021139"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663" name="Title 1"/>
          <p:cNvSpPr>
            <a:spLocks noGrp="1"/>
          </p:cNvSpPr>
          <p:nvPr>
            <p:ph type="ctrTitle"/>
          </p:nvPr>
        </p:nvSpPr>
        <p:spPr>
          <a:xfrm>
            <a:off x="685800" y="2130425"/>
            <a:ext cx="7772400" cy="1470025"/>
          </a:xfrm>
        </p:spPr>
        <p:txBody>
          <a:bodyPr/>
          <a:lstStyle/>
          <a:p>
            <a:r>
              <a:rPr lang="en-US"/>
              <a:t>Click to edit Master title style</a:t>
            </a:r>
          </a:p>
        </p:txBody>
      </p:sp>
      <p:sp>
        <p:nvSpPr>
          <p:cNvPr id="1048664"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1048665" name="Date Placeholder 3"/>
          <p:cNvSpPr>
            <a:spLocks noGrp="1"/>
          </p:cNvSpPr>
          <p:nvPr>
            <p:ph type="dt" sz="half" idx="10"/>
          </p:nvPr>
        </p:nvSpPr>
        <p:spPr/>
        <p:txBody>
          <a:bodyPr/>
          <a:lstStyle/>
          <a:p>
            <a:fld id="{1D8BD707-D9CF-40AE-B4C6-C98DA3205C09}" type="datetimeFigureOut">
              <a:rPr lang="en-US" smtClean="0"/>
              <a:t>10/20/2024</a:t>
            </a:fld>
            <a:endParaRPr lang="en-US"/>
          </a:p>
        </p:txBody>
      </p:sp>
      <p:sp>
        <p:nvSpPr>
          <p:cNvPr id="1048666" name="Footer Placeholder 4"/>
          <p:cNvSpPr>
            <a:spLocks noGrp="1"/>
          </p:cNvSpPr>
          <p:nvPr>
            <p:ph type="ftr" sz="quarter" idx="11"/>
          </p:nvPr>
        </p:nvSpPr>
        <p:spPr/>
        <p:txBody>
          <a:bodyPr/>
          <a:lstStyle/>
          <a:p>
            <a:endParaRPr lang="en-US"/>
          </a:p>
        </p:txBody>
      </p:sp>
      <p:sp>
        <p:nvSpPr>
          <p:cNvPr id="1048667"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677" name="Title 1"/>
          <p:cNvSpPr>
            <a:spLocks noGrp="1"/>
          </p:cNvSpPr>
          <p:nvPr>
            <p:ph type="title"/>
          </p:nvPr>
        </p:nvSpPr>
        <p:spPr/>
        <p:txBody>
          <a:bodyPr/>
          <a:lstStyle/>
          <a:p>
            <a:r>
              <a:rPr lang="en-US"/>
              <a:t>Click to edit Master title style</a:t>
            </a:r>
          </a:p>
        </p:txBody>
      </p:sp>
      <p:sp>
        <p:nvSpPr>
          <p:cNvPr id="1048678"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79" name="Date Placeholder 3"/>
          <p:cNvSpPr>
            <a:spLocks noGrp="1"/>
          </p:cNvSpPr>
          <p:nvPr>
            <p:ph type="dt" sz="half" idx="10"/>
          </p:nvPr>
        </p:nvSpPr>
        <p:spPr/>
        <p:txBody>
          <a:bodyPr/>
          <a:lstStyle/>
          <a:p>
            <a:fld id="{1D8BD707-D9CF-40AE-B4C6-C98DA3205C09}" type="datetimeFigureOut">
              <a:rPr lang="en-US" smtClean="0"/>
              <a:t>10/20/2024</a:t>
            </a:fld>
            <a:endParaRPr lang="en-US"/>
          </a:p>
        </p:txBody>
      </p:sp>
      <p:sp>
        <p:nvSpPr>
          <p:cNvPr id="1048680" name="Footer Placeholder 4"/>
          <p:cNvSpPr>
            <a:spLocks noGrp="1"/>
          </p:cNvSpPr>
          <p:nvPr>
            <p:ph type="ftr" sz="quarter" idx="11"/>
          </p:nvPr>
        </p:nvSpPr>
        <p:spPr/>
        <p:txBody>
          <a:bodyPr/>
          <a:lstStyle/>
          <a:p>
            <a:endParaRPr lang="en-US"/>
          </a:p>
        </p:txBody>
      </p:sp>
      <p:sp>
        <p:nvSpPr>
          <p:cNvPr id="1048681"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693"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1048694"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695" name="Date Placeholder 3"/>
          <p:cNvSpPr>
            <a:spLocks noGrp="1"/>
          </p:cNvSpPr>
          <p:nvPr>
            <p:ph type="dt" sz="half" idx="10"/>
          </p:nvPr>
        </p:nvSpPr>
        <p:spPr/>
        <p:txBody>
          <a:bodyPr/>
          <a:lstStyle/>
          <a:p>
            <a:fld id="{1D8BD707-D9CF-40AE-B4C6-C98DA3205C09}" type="datetimeFigureOut">
              <a:rPr lang="en-US" smtClean="0"/>
              <a:t>10/20/2024</a:t>
            </a:fld>
            <a:endParaRPr lang="en-US"/>
          </a:p>
        </p:txBody>
      </p:sp>
      <p:sp>
        <p:nvSpPr>
          <p:cNvPr id="1048696" name="Footer Placeholder 4"/>
          <p:cNvSpPr>
            <a:spLocks noGrp="1"/>
          </p:cNvSpPr>
          <p:nvPr>
            <p:ph type="ftr" sz="quarter" idx="11"/>
          </p:nvPr>
        </p:nvSpPr>
        <p:spPr/>
        <p:txBody>
          <a:bodyPr/>
          <a:lstStyle/>
          <a:p>
            <a:endParaRPr lang="en-US"/>
          </a:p>
        </p:txBody>
      </p:sp>
      <p:sp>
        <p:nvSpPr>
          <p:cNvPr id="1048697"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98" name="Title 1"/>
          <p:cNvSpPr>
            <a:spLocks noGrp="1"/>
          </p:cNvSpPr>
          <p:nvPr>
            <p:ph type="title"/>
          </p:nvPr>
        </p:nvSpPr>
        <p:spPr/>
        <p:txBody>
          <a:bodyPr/>
          <a:lstStyle/>
          <a:p>
            <a:r>
              <a:rPr lang="en-US"/>
              <a:t>Click to edit Master title style</a:t>
            </a:r>
          </a:p>
        </p:txBody>
      </p:sp>
      <p:sp>
        <p:nvSpPr>
          <p:cNvPr id="1048699"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0"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1" name="Date Placeholder 4"/>
          <p:cNvSpPr>
            <a:spLocks noGrp="1"/>
          </p:cNvSpPr>
          <p:nvPr>
            <p:ph type="dt" sz="half" idx="10"/>
          </p:nvPr>
        </p:nvSpPr>
        <p:spPr/>
        <p:txBody>
          <a:bodyPr/>
          <a:lstStyle/>
          <a:p>
            <a:fld id="{1D8BD707-D9CF-40AE-B4C6-C98DA3205C09}" type="datetimeFigureOut">
              <a:rPr lang="en-US" smtClean="0"/>
              <a:t>10/20/2024</a:t>
            </a:fld>
            <a:endParaRPr lang="en-US"/>
          </a:p>
        </p:txBody>
      </p:sp>
      <p:sp>
        <p:nvSpPr>
          <p:cNvPr id="1048702" name="Footer Placeholder 5"/>
          <p:cNvSpPr>
            <a:spLocks noGrp="1"/>
          </p:cNvSpPr>
          <p:nvPr>
            <p:ph type="ftr" sz="quarter" idx="11"/>
          </p:nvPr>
        </p:nvSpPr>
        <p:spPr/>
        <p:txBody>
          <a:bodyPr/>
          <a:lstStyle/>
          <a:p>
            <a:endParaRPr lang="en-US"/>
          </a:p>
        </p:txBody>
      </p:sp>
      <p:sp>
        <p:nvSpPr>
          <p:cNvPr id="1048703"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04" name="Title 1"/>
          <p:cNvSpPr>
            <a:spLocks noGrp="1"/>
          </p:cNvSpPr>
          <p:nvPr>
            <p:ph type="title"/>
          </p:nvPr>
        </p:nvSpPr>
        <p:spPr/>
        <p:txBody>
          <a:bodyPr/>
          <a:lstStyle/>
          <a:p>
            <a:r>
              <a:rPr lang="en-US"/>
              <a:t>Click to edit Master title style</a:t>
            </a:r>
          </a:p>
        </p:txBody>
      </p:sp>
      <p:sp>
        <p:nvSpPr>
          <p:cNvPr id="1048705"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06"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7"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08"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9" name="Date Placeholder 6"/>
          <p:cNvSpPr>
            <a:spLocks noGrp="1"/>
          </p:cNvSpPr>
          <p:nvPr>
            <p:ph type="dt" sz="half" idx="10"/>
          </p:nvPr>
        </p:nvSpPr>
        <p:spPr/>
        <p:txBody>
          <a:bodyPr/>
          <a:lstStyle/>
          <a:p>
            <a:fld id="{1D8BD707-D9CF-40AE-B4C6-C98DA3205C09}" type="datetimeFigureOut">
              <a:rPr lang="en-US" smtClean="0"/>
              <a:t>10/20/2024</a:t>
            </a:fld>
            <a:endParaRPr lang="en-US"/>
          </a:p>
        </p:txBody>
      </p:sp>
      <p:sp>
        <p:nvSpPr>
          <p:cNvPr id="1048710" name="Footer Placeholder 7"/>
          <p:cNvSpPr>
            <a:spLocks noGrp="1"/>
          </p:cNvSpPr>
          <p:nvPr>
            <p:ph type="ftr" sz="quarter" idx="11"/>
          </p:nvPr>
        </p:nvSpPr>
        <p:spPr/>
        <p:txBody>
          <a:bodyPr/>
          <a:lstStyle/>
          <a:p>
            <a:endParaRPr lang="en-US"/>
          </a:p>
        </p:txBody>
      </p:sp>
      <p:sp>
        <p:nvSpPr>
          <p:cNvPr id="1048711"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68" name="Title 1"/>
          <p:cNvSpPr>
            <a:spLocks noGrp="1"/>
          </p:cNvSpPr>
          <p:nvPr>
            <p:ph type="title"/>
          </p:nvPr>
        </p:nvSpPr>
        <p:spPr/>
        <p:txBody>
          <a:bodyPr/>
          <a:lstStyle/>
          <a:p>
            <a:r>
              <a:rPr lang="en-US"/>
              <a:t>Click to edit Master title style</a:t>
            </a:r>
          </a:p>
        </p:txBody>
      </p:sp>
      <p:sp>
        <p:nvSpPr>
          <p:cNvPr id="1048669" name="Date Placeholder 2"/>
          <p:cNvSpPr>
            <a:spLocks noGrp="1"/>
          </p:cNvSpPr>
          <p:nvPr>
            <p:ph type="dt" sz="half" idx="10"/>
          </p:nvPr>
        </p:nvSpPr>
        <p:spPr/>
        <p:txBody>
          <a:bodyPr/>
          <a:lstStyle/>
          <a:p>
            <a:fld id="{1D8BD707-D9CF-40AE-B4C6-C98DA3205C09}" type="datetimeFigureOut">
              <a:rPr lang="en-US" smtClean="0"/>
              <a:t>10/20/2024</a:t>
            </a:fld>
            <a:endParaRPr lang="en-US"/>
          </a:p>
        </p:txBody>
      </p:sp>
      <p:sp>
        <p:nvSpPr>
          <p:cNvPr id="1048670" name="Footer Placeholder 3"/>
          <p:cNvSpPr>
            <a:spLocks noGrp="1"/>
          </p:cNvSpPr>
          <p:nvPr>
            <p:ph type="ftr" sz="quarter" idx="11"/>
          </p:nvPr>
        </p:nvSpPr>
        <p:spPr/>
        <p:txBody>
          <a:bodyPr/>
          <a:lstStyle/>
          <a:p>
            <a:endParaRPr lang="en-US"/>
          </a:p>
        </p:txBody>
      </p:sp>
      <p:sp>
        <p:nvSpPr>
          <p:cNvPr id="1048671"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581" name="Date Placeholder 1"/>
          <p:cNvSpPr>
            <a:spLocks noGrp="1"/>
          </p:cNvSpPr>
          <p:nvPr>
            <p:ph type="dt" sz="half" idx="10"/>
          </p:nvPr>
        </p:nvSpPr>
        <p:spPr/>
        <p:txBody>
          <a:bodyPr/>
          <a:lstStyle/>
          <a:p>
            <a:fld id="{1D8BD707-D9CF-40AE-B4C6-C98DA3205C09}" type="datetimeFigureOut">
              <a:rPr lang="en-US" smtClean="0"/>
              <a:t>10/20/2024</a:t>
            </a:fld>
            <a:endParaRPr lang="en-US"/>
          </a:p>
        </p:txBody>
      </p:sp>
      <p:sp>
        <p:nvSpPr>
          <p:cNvPr id="1048582" name="Footer Placeholder 2"/>
          <p:cNvSpPr>
            <a:spLocks noGrp="1"/>
          </p:cNvSpPr>
          <p:nvPr>
            <p:ph type="ftr" sz="quarter" idx="11"/>
          </p:nvPr>
        </p:nvSpPr>
        <p:spPr/>
        <p:txBody>
          <a:bodyPr/>
          <a:lstStyle/>
          <a:p>
            <a:endParaRPr lang="en-US"/>
          </a:p>
        </p:txBody>
      </p:sp>
      <p:sp>
        <p:nvSpPr>
          <p:cNvPr id="1048583"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1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104871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1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715" name="Date Placeholder 4"/>
          <p:cNvSpPr>
            <a:spLocks noGrp="1"/>
          </p:cNvSpPr>
          <p:nvPr>
            <p:ph type="dt" sz="half" idx="10"/>
          </p:nvPr>
        </p:nvSpPr>
        <p:spPr/>
        <p:txBody>
          <a:bodyPr/>
          <a:lstStyle/>
          <a:p>
            <a:fld id="{1D8BD707-D9CF-40AE-B4C6-C98DA3205C09}" type="datetimeFigureOut">
              <a:rPr lang="en-US" smtClean="0"/>
              <a:t>10/20/2024</a:t>
            </a:fld>
            <a:endParaRPr lang="en-US"/>
          </a:p>
        </p:txBody>
      </p:sp>
      <p:sp>
        <p:nvSpPr>
          <p:cNvPr id="1048716" name="Footer Placeholder 5"/>
          <p:cNvSpPr>
            <a:spLocks noGrp="1"/>
          </p:cNvSpPr>
          <p:nvPr>
            <p:ph type="ftr" sz="quarter" idx="11"/>
          </p:nvPr>
        </p:nvSpPr>
        <p:spPr/>
        <p:txBody>
          <a:bodyPr/>
          <a:lstStyle/>
          <a:p>
            <a:endParaRPr lang="en-US"/>
          </a:p>
        </p:txBody>
      </p:sp>
      <p:sp>
        <p:nvSpPr>
          <p:cNvPr id="104871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8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104868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68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685" name="Date Placeholder 4"/>
          <p:cNvSpPr>
            <a:spLocks noGrp="1"/>
          </p:cNvSpPr>
          <p:nvPr>
            <p:ph type="dt" sz="half" idx="10"/>
          </p:nvPr>
        </p:nvSpPr>
        <p:spPr/>
        <p:txBody>
          <a:bodyPr/>
          <a:lstStyle/>
          <a:p>
            <a:fld id="{1D8BD707-D9CF-40AE-B4C6-C98DA3205C09}" type="datetimeFigureOut">
              <a:rPr lang="en-US" smtClean="0"/>
              <a:t>10/20/2024</a:t>
            </a:fld>
            <a:endParaRPr lang="en-US"/>
          </a:p>
        </p:txBody>
      </p:sp>
      <p:sp>
        <p:nvSpPr>
          <p:cNvPr id="1048686" name="Footer Placeholder 5"/>
          <p:cNvSpPr>
            <a:spLocks noGrp="1"/>
          </p:cNvSpPr>
          <p:nvPr>
            <p:ph type="ftr" sz="quarter" idx="11"/>
          </p:nvPr>
        </p:nvSpPr>
        <p:spPr/>
        <p:txBody>
          <a:bodyPr/>
          <a:lstStyle/>
          <a:p>
            <a:endParaRPr lang="en-US"/>
          </a:p>
        </p:txBody>
      </p:sp>
      <p:sp>
        <p:nvSpPr>
          <p:cNvPr id="104868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88" name="Title 1"/>
          <p:cNvSpPr>
            <a:spLocks noGrp="1"/>
          </p:cNvSpPr>
          <p:nvPr>
            <p:ph type="title"/>
          </p:nvPr>
        </p:nvSpPr>
        <p:spPr/>
        <p:txBody>
          <a:bodyPr/>
          <a:lstStyle/>
          <a:p>
            <a:r>
              <a:rPr lang="en-US"/>
              <a:t>Click to edit Master title style</a:t>
            </a:r>
          </a:p>
        </p:txBody>
      </p:sp>
      <p:sp>
        <p:nvSpPr>
          <p:cNvPr id="1048689"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90" name="Date Placeholder 3"/>
          <p:cNvSpPr>
            <a:spLocks noGrp="1"/>
          </p:cNvSpPr>
          <p:nvPr>
            <p:ph type="dt" sz="half" idx="10"/>
          </p:nvPr>
        </p:nvSpPr>
        <p:spPr/>
        <p:txBody>
          <a:bodyPr/>
          <a:lstStyle/>
          <a:p>
            <a:fld id="{1D8BD707-D9CF-40AE-B4C6-C98DA3205C09}" type="datetimeFigureOut">
              <a:rPr lang="en-US" smtClean="0"/>
              <a:t>10/20/2024</a:t>
            </a:fld>
            <a:endParaRPr lang="en-US"/>
          </a:p>
        </p:txBody>
      </p:sp>
      <p:sp>
        <p:nvSpPr>
          <p:cNvPr id="1048691" name="Footer Placeholder 4"/>
          <p:cNvSpPr>
            <a:spLocks noGrp="1"/>
          </p:cNvSpPr>
          <p:nvPr>
            <p:ph type="ftr" sz="quarter" idx="11"/>
          </p:nvPr>
        </p:nvSpPr>
        <p:spPr/>
        <p:txBody>
          <a:bodyPr/>
          <a:lstStyle/>
          <a:p>
            <a:endParaRPr lang="en-US"/>
          </a:p>
        </p:txBody>
      </p:sp>
      <p:sp>
        <p:nvSpPr>
          <p:cNvPr id="1048692"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7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104867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74" name="Date Placeholder 3"/>
          <p:cNvSpPr>
            <a:spLocks noGrp="1"/>
          </p:cNvSpPr>
          <p:nvPr>
            <p:ph type="dt" sz="half" idx="10"/>
          </p:nvPr>
        </p:nvSpPr>
        <p:spPr/>
        <p:txBody>
          <a:bodyPr/>
          <a:lstStyle/>
          <a:p>
            <a:fld id="{1D8BD707-D9CF-40AE-B4C6-C98DA3205C09}" type="datetimeFigureOut">
              <a:rPr lang="en-US" smtClean="0"/>
              <a:t>10/20/2024</a:t>
            </a:fld>
            <a:endParaRPr lang="en-US"/>
          </a:p>
        </p:txBody>
      </p:sp>
      <p:sp>
        <p:nvSpPr>
          <p:cNvPr id="1048675" name="Footer Placeholder 4"/>
          <p:cNvSpPr>
            <a:spLocks noGrp="1"/>
          </p:cNvSpPr>
          <p:nvPr>
            <p:ph type="ftr" sz="quarter" idx="11"/>
          </p:nvPr>
        </p:nvSpPr>
        <p:spPr/>
        <p:txBody>
          <a:bodyPr/>
          <a:lstStyle/>
          <a:p>
            <a:endParaRPr lang="en-US"/>
          </a:p>
        </p:txBody>
      </p:sp>
      <p:sp>
        <p:nvSpPr>
          <p:cNvPr id="104867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1048577"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78"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10/20/2024</a:t>
            </a:fld>
            <a:endParaRPr lang="en-US"/>
          </a:p>
        </p:txBody>
      </p:sp>
      <p:sp>
        <p:nvSpPr>
          <p:cNvPr id="1048579"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1048580"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12.jp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4" name="Freeform 2"/>
          <p:cNvSpPr/>
          <p:nvPr/>
        </p:nvSpPr>
        <p:spPr>
          <a:xfrm>
            <a:off x="-27039"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0312" r="-20312"/>
            </a:stretch>
          </a:blipFill>
        </p:spPr>
      </p:sp>
      <p:grpSp>
        <p:nvGrpSpPr>
          <p:cNvPr id="25" name="Group 3"/>
          <p:cNvGrpSpPr/>
          <p:nvPr/>
        </p:nvGrpSpPr>
        <p:grpSpPr>
          <a:xfrm>
            <a:off x="0" y="0"/>
            <a:ext cx="3086100" cy="10287000"/>
            <a:chOff x="0" y="0"/>
            <a:chExt cx="812800" cy="2709333"/>
          </a:xfrm>
        </p:grpSpPr>
        <p:sp>
          <p:nvSpPr>
            <p:cNvPr id="1048585" name="Freeform 4"/>
            <p:cNvSpPr/>
            <p:nvPr/>
          </p:nvSpPr>
          <p:spPr>
            <a:xfrm>
              <a:off x="0" y="0"/>
              <a:ext cx="812800" cy="2709333"/>
            </a:xfrm>
            <a:custGeom>
              <a:avLst/>
              <a:gdLst/>
              <a:ahLst/>
              <a:cxnLst/>
              <a:rect l="l" t="t" r="r" b="b"/>
              <a:pathLst>
                <a:path w="812800" h="2709333">
                  <a:moveTo>
                    <a:pt x="0" y="0"/>
                  </a:moveTo>
                  <a:lnTo>
                    <a:pt x="812800" y="0"/>
                  </a:lnTo>
                  <a:lnTo>
                    <a:pt x="812800" y="2709333"/>
                  </a:lnTo>
                  <a:lnTo>
                    <a:pt x="0" y="2709333"/>
                  </a:lnTo>
                  <a:close/>
                </a:path>
              </a:pathLst>
            </a:custGeom>
            <a:solidFill>
              <a:srgbClr val="593C8F"/>
            </a:solidFill>
          </p:spPr>
        </p:sp>
        <p:sp>
          <p:nvSpPr>
            <p:cNvPr id="1048586" name="TextBox 5"/>
            <p:cNvSpPr txBox="1"/>
            <p:nvPr/>
          </p:nvSpPr>
          <p:spPr>
            <a:xfrm>
              <a:off x="0" y="-47625"/>
              <a:ext cx="812800" cy="2756958"/>
            </a:xfrm>
            <a:prstGeom prst="rect">
              <a:avLst/>
            </a:prstGeom>
          </p:spPr>
          <p:txBody>
            <a:bodyPr lIns="50800" tIns="50800" rIns="50800" bIns="50800" rtlCol="0" anchor="ctr"/>
            <a:lstStyle/>
            <a:p>
              <a:pPr algn="ctr">
                <a:lnSpc>
                  <a:spcPts val="2659"/>
                </a:lnSpc>
              </a:pPr>
              <a:endParaRPr/>
            </a:p>
          </p:txBody>
        </p:sp>
      </p:grpSp>
      <p:sp>
        <p:nvSpPr>
          <p:cNvPr id="1048587" name="TextBox 6"/>
          <p:cNvSpPr txBox="1"/>
          <p:nvPr/>
        </p:nvSpPr>
        <p:spPr>
          <a:xfrm>
            <a:off x="4851853" y="3086404"/>
            <a:ext cx="10991397" cy="2342244"/>
          </a:xfrm>
          <a:prstGeom prst="rect">
            <a:avLst/>
          </a:prstGeom>
        </p:spPr>
        <p:txBody>
          <a:bodyPr lIns="0" tIns="0" rIns="0" bIns="0" rtlCol="0" anchor="t">
            <a:spAutoFit/>
          </a:bodyPr>
          <a:lstStyle/>
          <a:p>
            <a:pPr algn="ctr">
              <a:lnSpc>
                <a:spcPts val="9284"/>
              </a:lnSpc>
              <a:spcBef>
                <a:spcPct val="0"/>
              </a:spcBef>
            </a:pPr>
            <a:r>
              <a:rPr lang="en-IN" sz="6631" dirty="0">
                <a:solidFill>
                  <a:srgbClr val="593C8F"/>
                </a:solidFill>
                <a:latin typeface="League Spartan"/>
              </a:rPr>
              <a:t>Alzheimer's Assistance using Geofencing </a:t>
            </a:r>
            <a:endParaRPr lang="en-US" sz="6631" dirty="0">
              <a:solidFill>
                <a:srgbClr val="593C8F"/>
              </a:solidFill>
              <a:latin typeface="League Spartan"/>
            </a:endParaRPr>
          </a:p>
        </p:txBody>
      </p:sp>
      <p:sp>
        <p:nvSpPr>
          <p:cNvPr id="1048588" name="Freeform 7"/>
          <p:cNvSpPr/>
          <p:nvPr/>
        </p:nvSpPr>
        <p:spPr>
          <a:xfrm>
            <a:off x="13763158" y="387350"/>
            <a:ext cx="4160184" cy="4114800"/>
          </a:xfrm>
          <a:custGeom>
            <a:avLst/>
            <a:gdLst/>
            <a:ahLst/>
            <a:cxnLst/>
            <a:rect l="l" t="t" r="r" b="b"/>
            <a:pathLst>
              <a:path w="4160184" h="4114800">
                <a:moveTo>
                  <a:pt x="0" y="0"/>
                </a:moveTo>
                <a:lnTo>
                  <a:pt x="4160184" y="0"/>
                </a:lnTo>
                <a:lnTo>
                  <a:pt x="4160184" y="4114800"/>
                </a:lnTo>
                <a:lnTo>
                  <a:pt x="0" y="4114800"/>
                </a:lnTo>
                <a:lnTo>
                  <a:pt x="0" y="0"/>
                </a:lnTo>
                <a:close/>
              </a:path>
            </a:pathLst>
          </a:custGeom>
          <a:blipFill>
            <a:blip r:embed="rId3">
              <a:alphaModFix amt="37000"/>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0"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0312" r="-20312"/>
            </a:stretch>
          </a:blipFill>
        </p:spPr>
      </p:sp>
      <p:sp>
        <p:nvSpPr>
          <p:cNvPr id="1048591" name="AutoShape 3"/>
          <p:cNvSpPr/>
          <p:nvPr/>
        </p:nvSpPr>
        <p:spPr>
          <a:xfrm>
            <a:off x="1028811" y="1835718"/>
            <a:ext cx="12494114" cy="0"/>
          </a:xfrm>
          <a:prstGeom prst="line">
            <a:avLst/>
          </a:prstGeom>
          <a:ln w="38100" cap="flat">
            <a:solidFill>
              <a:srgbClr val="000000"/>
            </a:solidFill>
            <a:prstDash val="solid"/>
            <a:headEnd type="none" w="sm" len="sm"/>
            <a:tailEnd type="none" w="sm" len="sm"/>
          </a:ln>
        </p:spPr>
      </p:sp>
      <p:grpSp>
        <p:nvGrpSpPr>
          <p:cNvPr id="31" name="Group 4"/>
          <p:cNvGrpSpPr/>
          <p:nvPr/>
        </p:nvGrpSpPr>
        <p:grpSpPr>
          <a:xfrm>
            <a:off x="17466023" y="0"/>
            <a:ext cx="821977" cy="10287000"/>
            <a:chOff x="0" y="0"/>
            <a:chExt cx="216488" cy="2709333"/>
          </a:xfrm>
        </p:grpSpPr>
        <p:sp>
          <p:nvSpPr>
            <p:cNvPr id="1048592" name="Freeform 5"/>
            <p:cNvSpPr/>
            <p:nvPr/>
          </p:nvSpPr>
          <p:spPr>
            <a:xfrm>
              <a:off x="0" y="0"/>
              <a:ext cx="216488" cy="2709333"/>
            </a:xfrm>
            <a:custGeom>
              <a:avLst/>
              <a:gdLst/>
              <a:ahLst/>
              <a:cxnLst/>
              <a:rect l="l" t="t" r="r" b="b"/>
              <a:pathLst>
                <a:path w="216488" h="2709333">
                  <a:moveTo>
                    <a:pt x="0" y="0"/>
                  </a:moveTo>
                  <a:lnTo>
                    <a:pt x="216488" y="0"/>
                  </a:lnTo>
                  <a:lnTo>
                    <a:pt x="216488" y="2709333"/>
                  </a:lnTo>
                  <a:lnTo>
                    <a:pt x="0" y="2709333"/>
                  </a:lnTo>
                  <a:close/>
                </a:path>
              </a:pathLst>
            </a:custGeom>
            <a:solidFill>
              <a:srgbClr val="593C8F"/>
            </a:solidFill>
          </p:spPr>
        </p:sp>
        <p:sp>
          <p:nvSpPr>
            <p:cNvPr id="1048593" name="TextBox 6"/>
            <p:cNvSpPr txBox="1"/>
            <p:nvPr/>
          </p:nvSpPr>
          <p:spPr>
            <a:xfrm>
              <a:off x="0" y="-47625"/>
              <a:ext cx="216488" cy="2756958"/>
            </a:xfrm>
            <a:prstGeom prst="rect">
              <a:avLst/>
            </a:prstGeom>
          </p:spPr>
          <p:txBody>
            <a:bodyPr lIns="50800" tIns="50800" rIns="50800" bIns="50800" rtlCol="0" anchor="ctr"/>
            <a:lstStyle/>
            <a:p>
              <a:pPr algn="ctr">
                <a:lnSpc>
                  <a:spcPts val="2659"/>
                </a:lnSpc>
              </a:pPr>
              <a:endParaRPr/>
            </a:p>
          </p:txBody>
        </p:sp>
      </p:grpSp>
      <p:sp>
        <p:nvSpPr>
          <p:cNvPr id="1048595" name="TextBox 8"/>
          <p:cNvSpPr txBox="1"/>
          <p:nvPr/>
        </p:nvSpPr>
        <p:spPr>
          <a:xfrm>
            <a:off x="1315080" y="562292"/>
            <a:ext cx="12494114" cy="871092"/>
          </a:xfrm>
          <a:prstGeom prst="rect">
            <a:avLst/>
          </a:prstGeom>
        </p:spPr>
        <p:txBody>
          <a:bodyPr lIns="0" tIns="0" rIns="0" bIns="0" rtlCol="0" anchor="t">
            <a:spAutoFit/>
          </a:bodyPr>
          <a:lstStyle/>
          <a:p>
            <a:pPr>
              <a:lnSpc>
                <a:spcPts val="6859"/>
              </a:lnSpc>
              <a:spcBef>
                <a:spcPct val="0"/>
              </a:spcBef>
            </a:pPr>
            <a:r>
              <a:rPr lang="en-US" sz="4899">
                <a:solidFill>
                  <a:srgbClr val="593C8F"/>
                </a:solidFill>
                <a:latin typeface="Archivo Black"/>
              </a:rPr>
              <a:t>Objective </a:t>
            </a:r>
          </a:p>
        </p:txBody>
      </p:sp>
      <p:sp>
        <p:nvSpPr>
          <p:cNvPr id="1048596" name="TextBox 9"/>
          <p:cNvSpPr txBox="1"/>
          <p:nvPr/>
        </p:nvSpPr>
        <p:spPr>
          <a:xfrm>
            <a:off x="752586" y="2389364"/>
            <a:ext cx="8556042" cy="6622839"/>
          </a:xfrm>
          <a:prstGeom prst="rect">
            <a:avLst/>
          </a:prstGeom>
        </p:spPr>
        <p:txBody>
          <a:bodyPr lIns="0" tIns="0" rIns="0" bIns="0" rtlCol="0" anchor="t">
            <a:spAutoFit/>
          </a:bodyPr>
          <a:lstStyle/>
          <a:p>
            <a:pPr marL="574235" lvl="1" indent="-287117">
              <a:lnSpc>
                <a:spcPts val="3723"/>
              </a:lnSpc>
              <a:buFont typeface="Arial"/>
              <a:buChar char="•"/>
            </a:pPr>
            <a:r>
              <a:rPr lang="en-US" sz="2659" dirty="0">
                <a:solidFill>
                  <a:srgbClr val="593C8F"/>
                </a:solidFill>
                <a:latin typeface="Archivo Black"/>
              </a:rPr>
              <a:t>The objective of an Alzheimer's assistance system using an Arduino Nano with geofencing is to monitor the movements of individuals and send alerts to caregivers or family members if they cross predefined boundaries.</a:t>
            </a:r>
          </a:p>
          <a:p>
            <a:pPr marL="574235" lvl="1" indent="-287117">
              <a:lnSpc>
                <a:spcPts val="3723"/>
              </a:lnSpc>
              <a:buFont typeface="Arial"/>
              <a:buChar char="•"/>
            </a:pPr>
            <a:r>
              <a:rPr lang="en-US" sz="2659" dirty="0">
                <a:solidFill>
                  <a:srgbClr val="593C8F"/>
                </a:solidFill>
                <a:latin typeface="Archivo Black"/>
              </a:rPr>
              <a:t>The system uses sensors and algorithms to identify range and triggers alerts to caregivers or emergency services so that prompt assistance can be provided. </a:t>
            </a:r>
          </a:p>
          <a:p>
            <a:pPr marL="574235" lvl="1" indent="-287117">
              <a:lnSpc>
                <a:spcPts val="3723"/>
              </a:lnSpc>
              <a:buFont typeface="Arial"/>
              <a:buChar char="•"/>
            </a:pPr>
            <a:r>
              <a:rPr lang="en-US" sz="2659" dirty="0">
                <a:solidFill>
                  <a:srgbClr val="593C8F"/>
                </a:solidFill>
                <a:latin typeface="Archivo Black"/>
              </a:rPr>
              <a:t>This helps in reducing the risks and consequences of wandering in individuals with Alzheimer's disease, ensuring their safety and well-being</a:t>
            </a:r>
            <a:r>
              <a:rPr lang="en-US" sz="2800" dirty="0">
                <a:solidFill>
                  <a:srgbClr val="593C8F"/>
                </a:solidFill>
                <a:latin typeface="Archivo Black"/>
              </a:rPr>
              <a:t>.</a:t>
            </a:r>
            <a:endParaRPr lang="en-US" sz="2659" dirty="0">
              <a:solidFill>
                <a:srgbClr val="593C8F"/>
              </a:solidFill>
              <a:latin typeface="Archivo Black"/>
            </a:endParaRPr>
          </a:p>
        </p:txBody>
      </p:sp>
      <p:sp>
        <p:nvSpPr>
          <p:cNvPr id="1048597" name="Freeform 10"/>
          <p:cNvSpPr/>
          <p:nvPr/>
        </p:nvSpPr>
        <p:spPr>
          <a:xfrm>
            <a:off x="14703163" y="9258300"/>
            <a:ext cx="2087283" cy="521821"/>
          </a:xfrm>
          <a:custGeom>
            <a:avLst/>
            <a:gdLst/>
            <a:ahLst/>
            <a:cxnLst/>
            <a:rect l="l" t="t" r="r" b="b"/>
            <a:pathLst>
              <a:path w="2087283" h="521821">
                <a:moveTo>
                  <a:pt x="0" y="0"/>
                </a:moveTo>
                <a:lnTo>
                  <a:pt x="2087283" y="0"/>
                </a:lnTo>
                <a:lnTo>
                  <a:pt x="2087283" y="521821"/>
                </a:lnTo>
                <a:lnTo>
                  <a:pt x="0" y="521821"/>
                </a:lnTo>
                <a:lnTo>
                  <a:pt x="0" y="0"/>
                </a:lnTo>
                <a:close/>
              </a:path>
            </a:pathLst>
          </a:custGeom>
          <a:blipFill>
            <a:blip r:embed="rId3"/>
            <a:stretch>
              <a:fillRect/>
            </a:stretch>
          </a:blipFill>
        </p:spPr>
      </p:sp>
      <p:pic>
        <p:nvPicPr>
          <p:cNvPr id="1029" name="Picture 5" descr="Tracking someone with Dementia - Using Geo-fencing • Personal GPS Trackers">
            <a:extLst>
              <a:ext uri="{FF2B5EF4-FFF2-40B4-BE49-F238E27FC236}">
                <a16:creationId xmlns:a16="http://schemas.microsoft.com/office/drawing/2014/main" id="{CB535EDC-6C02-587A-ADF5-47B1CB1F5A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68200" y="2552700"/>
            <a:ext cx="2795094" cy="549586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Freeform 2"/>
          <p:cNvSpPr/>
          <p:nvPr/>
        </p:nvSpPr>
        <p:spPr>
          <a:xfrm>
            <a:off x="22123"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0312" r="-20312"/>
            </a:stretch>
          </a:blipFill>
        </p:spPr>
      </p:sp>
      <p:sp>
        <p:nvSpPr>
          <p:cNvPr id="1048599" name="AutoShape 3"/>
          <p:cNvSpPr/>
          <p:nvPr/>
        </p:nvSpPr>
        <p:spPr>
          <a:xfrm>
            <a:off x="4187609" y="2542074"/>
            <a:ext cx="12487613" cy="0"/>
          </a:xfrm>
          <a:prstGeom prst="line">
            <a:avLst/>
          </a:prstGeom>
          <a:ln w="38100" cap="flat">
            <a:solidFill>
              <a:srgbClr val="000000"/>
            </a:solidFill>
            <a:prstDash val="solid"/>
            <a:headEnd type="none" w="sm" len="sm"/>
            <a:tailEnd type="none" w="sm" len="sm"/>
          </a:ln>
        </p:spPr>
      </p:sp>
      <p:grpSp>
        <p:nvGrpSpPr>
          <p:cNvPr id="33" name="Group 4"/>
          <p:cNvGrpSpPr/>
          <p:nvPr/>
        </p:nvGrpSpPr>
        <p:grpSpPr>
          <a:xfrm>
            <a:off x="0" y="0"/>
            <a:ext cx="3086100" cy="10287000"/>
            <a:chOff x="0" y="0"/>
            <a:chExt cx="812800" cy="2709333"/>
          </a:xfrm>
        </p:grpSpPr>
        <p:sp>
          <p:nvSpPr>
            <p:cNvPr id="1048600" name="Freeform 5"/>
            <p:cNvSpPr/>
            <p:nvPr/>
          </p:nvSpPr>
          <p:spPr>
            <a:xfrm>
              <a:off x="0" y="0"/>
              <a:ext cx="812800" cy="2709333"/>
            </a:xfrm>
            <a:custGeom>
              <a:avLst/>
              <a:gdLst/>
              <a:ahLst/>
              <a:cxnLst/>
              <a:rect l="l" t="t" r="r" b="b"/>
              <a:pathLst>
                <a:path w="812800" h="2709333">
                  <a:moveTo>
                    <a:pt x="0" y="0"/>
                  </a:moveTo>
                  <a:lnTo>
                    <a:pt x="812800" y="0"/>
                  </a:lnTo>
                  <a:lnTo>
                    <a:pt x="812800" y="2709333"/>
                  </a:lnTo>
                  <a:lnTo>
                    <a:pt x="0" y="2709333"/>
                  </a:lnTo>
                  <a:close/>
                </a:path>
              </a:pathLst>
            </a:custGeom>
            <a:solidFill>
              <a:srgbClr val="593C8F"/>
            </a:solidFill>
          </p:spPr>
        </p:sp>
        <p:sp>
          <p:nvSpPr>
            <p:cNvPr id="1048601" name="TextBox 6"/>
            <p:cNvSpPr txBox="1"/>
            <p:nvPr/>
          </p:nvSpPr>
          <p:spPr>
            <a:xfrm>
              <a:off x="0" y="-47625"/>
              <a:ext cx="812800" cy="2756958"/>
            </a:xfrm>
            <a:prstGeom prst="rect">
              <a:avLst/>
            </a:prstGeom>
          </p:spPr>
          <p:txBody>
            <a:bodyPr lIns="50800" tIns="50800" rIns="50800" bIns="50800" rtlCol="0" anchor="ctr"/>
            <a:lstStyle/>
            <a:p>
              <a:pPr algn="ctr">
                <a:lnSpc>
                  <a:spcPts val="2659"/>
                </a:lnSpc>
              </a:pPr>
              <a:endParaRPr/>
            </a:p>
          </p:txBody>
        </p:sp>
      </p:grpSp>
      <p:sp>
        <p:nvSpPr>
          <p:cNvPr id="1048602" name="Freeform 7"/>
          <p:cNvSpPr/>
          <p:nvPr/>
        </p:nvSpPr>
        <p:spPr>
          <a:xfrm>
            <a:off x="4189304" y="8617964"/>
            <a:ext cx="2087283" cy="521821"/>
          </a:xfrm>
          <a:custGeom>
            <a:avLst/>
            <a:gdLst/>
            <a:ahLst/>
            <a:cxnLst/>
            <a:rect l="l" t="t" r="r" b="b"/>
            <a:pathLst>
              <a:path w="2087283" h="521821">
                <a:moveTo>
                  <a:pt x="0" y="0"/>
                </a:moveTo>
                <a:lnTo>
                  <a:pt x="2087283" y="0"/>
                </a:lnTo>
                <a:lnTo>
                  <a:pt x="2087283" y="521821"/>
                </a:lnTo>
                <a:lnTo>
                  <a:pt x="0" y="521821"/>
                </a:lnTo>
                <a:lnTo>
                  <a:pt x="0" y="0"/>
                </a:lnTo>
                <a:close/>
              </a:path>
            </a:pathLst>
          </a:custGeom>
          <a:blipFill>
            <a:blip r:embed="rId3"/>
            <a:stretch>
              <a:fillRect/>
            </a:stretch>
          </a:blipFill>
        </p:spPr>
      </p:sp>
      <p:sp>
        <p:nvSpPr>
          <p:cNvPr id="1048603" name="TextBox 8"/>
          <p:cNvSpPr txBox="1"/>
          <p:nvPr/>
        </p:nvSpPr>
        <p:spPr>
          <a:xfrm>
            <a:off x="4831936" y="1268912"/>
            <a:ext cx="4603075" cy="942848"/>
          </a:xfrm>
          <a:prstGeom prst="rect">
            <a:avLst/>
          </a:prstGeom>
        </p:spPr>
        <p:txBody>
          <a:bodyPr lIns="0" tIns="0" rIns="0" bIns="0" rtlCol="0" anchor="t">
            <a:spAutoFit/>
          </a:bodyPr>
          <a:lstStyle/>
          <a:p>
            <a:pPr algn="ctr">
              <a:lnSpc>
                <a:spcPts val="7424"/>
              </a:lnSpc>
              <a:spcBef>
                <a:spcPct val="0"/>
              </a:spcBef>
            </a:pPr>
            <a:r>
              <a:rPr lang="en-US" sz="5303">
                <a:solidFill>
                  <a:srgbClr val="593C8F"/>
                </a:solidFill>
                <a:latin typeface="Archivo Black"/>
              </a:rPr>
              <a:t>Components</a:t>
            </a:r>
          </a:p>
        </p:txBody>
      </p:sp>
      <p:sp>
        <p:nvSpPr>
          <p:cNvPr id="1048604" name="TextBox 9"/>
          <p:cNvSpPr txBox="1"/>
          <p:nvPr/>
        </p:nvSpPr>
        <p:spPr>
          <a:xfrm>
            <a:off x="4607325" y="3069188"/>
            <a:ext cx="7606246" cy="5392887"/>
          </a:xfrm>
          <a:prstGeom prst="rect">
            <a:avLst/>
          </a:prstGeom>
        </p:spPr>
        <p:txBody>
          <a:bodyPr lIns="0" tIns="0" rIns="0" bIns="0" rtlCol="0" anchor="t">
            <a:spAutoFit/>
          </a:bodyPr>
          <a:lstStyle/>
          <a:p>
            <a:pPr>
              <a:lnSpc>
                <a:spcPts val="4673"/>
              </a:lnSpc>
            </a:pPr>
            <a:r>
              <a:rPr lang="en-US" sz="3338" dirty="0">
                <a:solidFill>
                  <a:srgbClr val="000000"/>
                </a:solidFill>
                <a:latin typeface="Archivo Black"/>
              </a:rPr>
              <a:t>1) </a:t>
            </a:r>
            <a:r>
              <a:rPr lang="en-US" sz="3338" dirty="0" err="1">
                <a:solidFill>
                  <a:srgbClr val="000000"/>
                </a:solidFill>
                <a:latin typeface="Archivo Black"/>
              </a:rPr>
              <a:t>Ardino</a:t>
            </a:r>
            <a:r>
              <a:rPr lang="en-US" sz="3338" dirty="0">
                <a:solidFill>
                  <a:srgbClr val="000000"/>
                </a:solidFill>
                <a:latin typeface="Archivo Black"/>
              </a:rPr>
              <a:t> Nano</a:t>
            </a:r>
          </a:p>
          <a:p>
            <a:pPr>
              <a:lnSpc>
                <a:spcPts val="4673"/>
              </a:lnSpc>
            </a:pPr>
            <a:r>
              <a:rPr lang="en-US" sz="3338" dirty="0">
                <a:solidFill>
                  <a:srgbClr val="000000"/>
                </a:solidFill>
                <a:latin typeface="Archivo Black"/>
              </a:rPr>
              <a:t>2) Neo 6M </a:t>
            </a:r>
            <a:r>
              <a:rPr lang="en-US" sz="3338" dirty="0" err="1">
                <a:solidFill>
                  <a:srgbClr val="000000"/>
                </a:solidFill>
                <a:latin typeface="Archivo Black"/>
              </a:rPr>
              <a:t>Gps</a:t>
            </a:r>
            <a:r>
              <a:rPr lang="en-US" sz="3338" dirty="0">
                <a:solidFill>
                  <a:srgbClr val="000000"/>
                </a:solidFill>
                <a:latin typeface="Archivo Black"/>
              </a:rPr>
              <a:t> module</a:t>
            </a:r>
          </a:p>
          <a:p>
            <a:pPr>
              <a:lnSpc>
                <a:spcPts val="4673"/>
              </a:lnSpc>
            </a:pPr>
            <a:r>
              <a:rPr lang="en-US" sz="3338" dirty="0">
                <a:solidFill>
                  <a:srgbClr val="000000"/>
                </a:solidFill>
                <a:latin typeface="Archivo Black"/>
              </a:rPr>
              <a:t>3) Sim 800L </a:t>
            </a:r>
            <a:r>
              <a:rPr lang="en-US" sz="3338" dirty="0" err="1">
                <a:solidFill>
                  <a:srgbClr val="000000"/>
                </a:solidFill>
                <a:latin typeface="Archivo Black"/>
              </a:rPr>
              <a:t>Gsm</a:t>
            </a:r>
            <a:endParaRPr lang="en-US" sz="3338" dirty="0">
              <a:solidFill>
                <a:srgbClr val="000000"/>
              </a:solidFill>
              <a:latin typeface="Archivo Black"/>
            </a:endParaRPr>
          </a:p>
          <a:p>
            <a:pPr>
              <a:lnSpc>
                <a:spcPts val="4673"/>
              </a:lnSpc>
            </a:pPr>
            <a:r>
              <a:rPr lang="en-US" sz="3338" dirty="0">
                <a:solidFill>
                  <a:srgbClr val="000000"/>
                </a:solidFill>
                <a:latin typeface="Archivo Black"/>
              </a:rPr>
              <a:t>3) Connection jumper pins </a:t>
            </a:r>
          </a:p>
          <a:p>
            <a:pPr>
              <a:lnSpc>
                <a:spcPts val="4673"/>
              </a:lnSpc>
            </a:pPr>
            <a:r>
              <a:rPr lang="en-US" sz="3338" dirty="0">
                <a:solidFill>
                  <a:srgbClr val="000000"/>
                </a:solidFill>
                <a:latin typeface="Archivo Black"/>
              </a:rPr>
              <a:t>4) USB to type A connector </a:t>
            </a:r>
          </a:p>
          <a:p>
            <a:pPr>
              <a:lnSpc>
                <a:spcPts val="4673"/>
              </a:lnSpc>
            </a:pPr>
            <a:r>
              <a:rPr lang="en-US" sz="3338" dirty="0">
                <a:solidFill>
                  <a:srgbClr val="000000"/>
                </a:solidFill>
                <a:latin typeface="Archivo Black"/>
              </a:rPr>
              <a:t>5) Arduino software</a:t>
            </a:r>
          </a:p>
          <a:p>
            <a:pPr>
              <a:lnSpc>
                <a:spcPts val="4673"/>
              </a:lnSpc>
            </a:pPr>
            <a:r>
              <a:rPr lang="en-US" sz="3338" dirty="0">
                <a:solidFill>
                  <a:srgbClr val="000000"/>
                </a:solidFill>
                <a:latin typeface="Archivo Black"/>
              </a:rPr>
              <a:t>6) Power Source</a:t>
            </a:r>
          </a:p>
          <a:p>
            <a:pPr>
              <a:lnSpc>
                <a:spcPts val="4673"/>
              </a:lnSpc>
            </a:pPr>
            <a:r>
              <a:rPr lang="en-US" sz="3338" dirty="0">
                <a:solidFill>
                  <a:srgbClr val="000000"/>
                </a:solidFill>
                <a:latin typeface="Archivo Black"/>
              </a:rPr>
              <a:t>7) Buzzer</a:t>
            </a:r>
          </a:p>
          <a:p>
            <a:pPr algn="just">
              <a:lnSpc>
                <a:spcPts val="4673"/>
              </a:lnSpc>
              <a:spcBef>
                <a:spcPct val="0"/>
              </a:spcBef>
            </a:pPr>
            <a:endParaRPr lang="en-US" sz="3338" dirty="0">
              <a:solidFill>
                <a:srgbClr val="000000"/>
              </a:solidFill>
              <a:latin typeface="Archivo Black"/>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5" name="Freeform 2"/>
          <p:cNvSpPr/>
          <p:nvPr/>
        </p:nvSpPr>
        <p:spPr>
          <a:xfrm>
            <a:off x="2458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0312" r="-20312"/>
            </a:stretch>
          </a:blipFill>
        </p:spPr>
      </p:sp>
      <p:grpSp>
        <p:nvGrpSpPr>
          <p:cNvPr id="35" name="Group 3"/>
          <p:cNvGrpSpPr/>
          <p:nvPr/>
        </p:nvGrpSpPr>
        <p:grpSpPr>
          <a:xfrm>
            <a:off x="5629255" y="2571750"/>
            <a:ext cx="290233" cy="5143500"/>
            <a:chOff x="0" y="0"/>
            <a:chExt cx="76440" cy="1354667"/>
          </a:xfrm>
        </p:grpSpPr>
        <p:sp>
          <p:nvSpPr>
            <p:cNvPr id="1048606" name="Freeform 4"/>
            <p:cNvSpPr/>
            <p:nvPr/>
          </p:nvSpPr>
          <p:spPr>
            <a:xfrm>
              <a:off x="0" y="0"/>
              <a:ext cx="76440" cy="1354667"/>
            </a:xfrm>
            <a:custGeom>
              <a:avLst/>
              <a:gdLst/>
              <a:ahLst/>
              <a:cxnLst/>
              <a:rect l="l" t="t" r="r" b="b"/>
              <a:pathLst>
                <a:path w="76440" h="1354667">
                  <a:moveTo>
                    <a:pt x="0" y="0"/>
                  </a:moveTo>
                  <a:lnTo>
                    <a:pt x="76440" y="0"/>
                  </a:lnTo>
                  <a:lnTo>
                    <a:pt x="76440" y="1354667"/>
                  </a:lnTo>
                  <a:lnTo>
                    <a:pt x="0" y="1354667"/>
                  </a:lnTo>
                  <a:close/>
                </a:path>
              </a:pathLst>
            </a:custGeom>
            <a:solidFill>
              <a:srgbClr val="593C8F"/>
            </a:solidFill>
          </p:spPr>
        </p:sp>
        <p:sp>
          <p:nvSpPr>
            <p:cNvPr id="1048607" name="TextBox 5"/>
            <p:cNvSpPr txBox="1"/>
            <p:nvPr/>
          </p:nvSpPr>
          <p:spPr>
            <a:xfrm>
              <a:off x="0" y="-47625"/>
              <a:ext cx="76440" cy="1402292"/>
            </a:xfrm>
            <a:prstGeom prst="rect">
              <a:avLst/>
            </a:prstGeom>
          </p:spPr>
          <p:txBody>
            <a:bodyPr lIns="50800" tIns="50800" rIns="50800" bIns="50800" rtlCol="0" anchor="ctr"/>
            <a:lstStyle/>
            <a:p>
              <a:pPr algn="ctr">
                <a:lnSpc>
                  <a:spcPts val="2659"/>
                </a:lnSpc>
              </a:pPr>
              <a:endParaRPr/>
            </a:p>
          </p:txBody>
        </p:sp>
      </p:grpSp>
      <p:sp>
        <p:nvSpPr>
          <p:cNvPr id="1048609" name="TextBox 7"/>
          <p:cNvSpPr txBox="1"/>
          <p:nvPr/>
        </p:nvSpPr>
        <p:spPr>
          <a:xfrm>
            <a:off x="381000" y="4243007"/>
            <a:ext cx="4798320" cy="2398477"/>
          </a:xfrm>
          <a:prstGeom prst="rect">
            <a:avLst/>
          </a:prstGeom>
        </p:spPr>
        <p:txBody>
          <a:bodyPr wrap="square" lIns="0" tIns="0" rIns="0" bIns="0" rtlCol="0" anchor="t">
            <a:spAutoFit/>
          </a:bodyPr>
          <a:lstStyle/>
          <a:p>
            <a:pPr algn="ctr">
              <a:lnSpc>
                <a:spcPts val="9585"/>
              </a:lnSpc>
              <a:spcBef>
                <a:spcPct val="0"/>
              </a:spcBef>
            </a:pPr>
            <a:r>
              <a:rPr lang="en-US" sz="6846" dirty="0">
                <a:solidFill>
                  <a:srgbClr val="000000"/>
                </a:solidFill>
                <a:latin typeface="Archivo Black"/>
              </a:rPr>
              <a:t>ARDUINO NANO</a:t>
            </a:r>
          </a:p>
        </p:txBody>
      </p:sp>
      <p:pic>
        <p:nvPicPr>
          <p:cNvPr id="2050" name="Picture 2" descr="r/arduino - Any way to program arduino nano directly from TX/RX pins?">
            <a:extLst>
              <a:ext uri="{FF2B5EF4-FFF2-40B4-BE49-F238E27FC236}">
                <a16:creationId xmlns:a16="http://schemas.microsoft.com/office/drawing/2014/main" id="{0381C2BA-F51C-93D4-79C7-8C4DED08651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0596"/>
          <a:stretch/>
        </p:blipFill>
        <p:spPr bwMode="auto">
          <a:xfrm>
            <a:off x="6786445" y="2095499"/>
            <a:ext cx="9524595" cy="67104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0312" r="-20312"/>
            </a:stretch>
          </a:blipFill>
        </p:spPr>
      </p:sp>
      <p:grpSp>
        <p:nvGrpSpPr>
          <p:cNvPr id="37" name="Group 3"/>
          <p:cNvGrpSpPr/>
          <p:nvPr/>
        </p:nvGrpSpPr>
        <p:grpSpPr>
          <a:xfrm>
            <a:off x="5629255" y="2571750"/>
            <a:ext cx="290233" cy="5143500"/>
            <a:chOff x="0" y="0"/>
            <a:chExt cx="76440" cy="1354667"/>
          </a:xfrm>
        </p:grpSpPr>
        <p:sp>
          <p:nvSpPr>
            <p:cNvPr id="1048611" name="Freeform 4"/>
            <p:cNvSpPr/>
            <p:nvPr/>
          </p:nvSpPr>
          <p:spPr>
            <a:xfrm>
              <a:off x="0" y="0"/>
              <a:ext cx="76440" cy="1354667"/>
            </a:xfrm>
            <a:custGeom>
              <a:avLst/>
              <a:gdLst/>
              <a:ahLst/>
              <a:cxnLst/>
              <a:rect l="l" t="t" r="r" b="b"/>
              <a:pathLst>
                <a:path w="76440" h="1354667">
                  <a:moveTo>
                    <a:pt x="0" y="0"/>
                  </a:moveTo>
                  <a:lnTo>
                    <a:pt x="76440" y="0"/>
                  </a:lnTo>
                  <a:lnTo>
                    <a:pt x="76440" y="1354667"/>
                  </a:lnTo>
                  <a:lnTo>
                    <a:pt x="0" y="1354667"/>
                  </a:lnTo>
                  <a:close/>
                </a:path>
              </a:pathLst>
            </a:custGeom>
            <a:solidFill>
              <a:srgbClr val="593C8F"/>
            </a:solidFill>
          </p:spPr>
        </p:sp>
        <p:sp>
          <p:nvSpPr>
            <p:cNvPr id="1048612" name="TextBox 5"/>
            <p:cNvSpPr txBox="1"/>
            <p:nvPr/>
          </p:nvSpPr>
          <p:spPr>
            <a:xfrm>
              <a:off x="0" y="-47625"/>
              <a:ext cx="76440" cy="1402292"/>
            </a:xfrm>
            <a:prstGeom prst="rect">
              <a:avLst/>
            </a:prstGeom>
          </p:spPr>
          <p:txBody>
            <a:bodyPr lIns="50800" tIns="50800" rIns="50800" bIns="50800" rtlCol="0" anchor="ctr"/>
            <a:lstStyle/>
            <a:p>
              <a:pPr algn="ctr">
                <a:lnSpc>
                  <a:spcPts val="2659"/>
                </a:lnSpc>
              </a:pPr>
              <a:endParaRPr/>
            </a:p>
          </p:txBody>
        </p:sp>
      </p:grpSp>
      <p:sp>
        <p:nvSpPr>
          <p:cNvPr id="1048614" name="TextBox 7"/>
          <p:cNvSpPr txBox="1"/>
          <p:nvPr/>
        </p:nvSpPr>
        <p:spPr>
          <a:xfrm>
            <a:off x="1702236" y="4243007"/>
            <a:ext cx="2462332" cy="2434590"/>
          </a:xfrm>
          <a:prstGeom prst="rect">
            <a:avLst/>
          </a:prstGeom>
        </p:spPr>
        <p:txBody>
          <a:bodyPr lIns="0" tIns="0" rIns="0" bIns="0" rtlCol="0" anchor="t">
            <a:spAutoFit/>
          </a:bodyPr>
          <a:lstStyle/>
          <a:p>
            <a:pPr algn="ctr">
              <a:lnSpc>
                <a:spcPts val="9585"/>
              </a:lnSpc>
            </a:pPr>
            <a:r>
              <a:rPr lang="en-US" sz="6846" dirty="0">
                <a:solidFill>
                  <a:srgbClr val="000000"/>
                </a:solidFill>
                <a:latin typeface="Archivo Black"/>
              </a:rPr>
              <a:t>NEO </a:t>
            </a:r>
          </a:p>
          <a:p>
            <a:pPr algn="ctr">
              <a:lnSpc>
                <a:spcPts val="9585"/>
              </a:lnSpc>
              <a:spcBef>
                <a:spcPct val="0"/>
              </a:spcBef>
            </a:pPr>
            <a:r>
              <a:rPr lang="en-US" sz="6846" dirty="0">
                <a:solidFill>
                  <a:srgbClr val="000000"/>
                </a:solidFill>
                <a:latin typeface="Archivo Black"/>
              </a:rPr>
              <a:t>6M</a:t>
            </a:r>
          </a:p>
        </p:txBody>
      </p:sp>
      <p:pic>
        <p:nvPicPr>
          <p:cNvPr id="3" name="Picture 2">
            <a:extLst>
              <a:ext uri="{FF2B5EF4-FFF2-40B4-BE49-F238E27FC236}">
                <a16:creationId xmlns:a16="http://schemas.microsoft.com/office/drawing/2014/main" id="{9C4992B7-E844-E019-B438-F2FC3CD14912}"/>
              </a:ext>
            </a:extLst>
          </p:cNvPr>
          <p:cNvPicPr>
            <a:picLocks noChangeAspect="1"/>
          </p:cNvPicPr>
          <p:nvPr/>
        </p:nvPicPr>
        <p:blipFill>
          <a:blip r:embed="rId3"/>
          <a:stretch>
            <a:fillRect/>
          </a:stretch>
        </p:blipFill>
        <p:spPr>
          <a:xfrm>
            <a:off x="8386443" y="1729653"/>
            <a:ext cx="6324600" cy="682769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E01D7-9F6C-7D66-363B-6E53937EB703}"/>
            </a:ext>
          </a:extLst>
        </p:cNvPr>
        <p:cNvGrpSpPr/>
        <p:nvPr/>
      </p:nvGrpSpPr>
      <p:grpSpPr>
        <a:xfrm>
          <a:off x="0" y="0"/>
          <a:ext cx="0" cy="0"/>
          <a:chOff x="0" y="0"/>
          <a:chExt cx="0" cy="0"/>
        </a:xfrm>
      </p:grpSpPr>
      <p:sp>
        <p:nvSpPr>
          <p:cNvPr id="1048610" name="Freeform 2">
            <a:extLst>
              <a:ext uri="{FF2B5EF4-FFF2-40B4-BE49-F238E27FC236}">
                <a16:creationId xmlns:a16="http://schemas.microsoft.com/office/drawing/2014/main" id="{97D6C8AD-BB52-3A39-8C38-5DCB6077EBD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0312" r="-20312"/>
            </a:stretch>
          </a:blipFill>
        </p:spPr>
      </p:sp>
      <p:grpSp>
        <p:nvGrpSpPr>
          <p:cNvPr id="37" name="Group 3">
            <a:extLst>
              <a:ext uri="{FF2B5EF4-FFF2-40B4-BE49-F238E27FC236}">
                <a16:creationId xmlns:a16="http://schemas.microsoft.com/office/drawing/2014/main" id="{756FCAD8-2406-1D5E-C154-6C72739BBFC7}"/>
              </a:ext>
            </a:extLst>
          </p:cNvPr>
          <p:cNvGrpSpPr/>
          <p:nvPr/>
        </p:nvGrpSpPr>
        <p:grpSpPr>
          <a:xfrm>
            <a:off x="5629255" y="2571750"/>
            <a:ext cx="290233" cy="5143500"/>
            <a:chOff x="0" y="0"/>
            <a:chExt cx="76440" cy="1354667"/>
          </a:xfrm>
        </p:grpSpPr>
        <p:sp>
          <p:nvSpPr>
            <p:cNvPr id="1048611" name="Freeform 4">
              <a:extLst>
                <a:ext uri="{FF2B5EF4-FFF2-40B4-BE49-F238E27FC236}">
                  <a16:creationId xmlns:a16="http://schemas.microsoft.com/office/drawing/2014/main" id="{8BF93638-35CC-FEE1-F3D0-6C0E2E640243}"/>
                </a:ext>
              </a:extLst>
            </p:cNvPr>
            <p:cNvSpPr/>
            <p:nvPr/>
          </p:nvSpPr>
          <p:spPr>
            <a:xfrm>
              <a:off x="0" y="0"/>
              <a:ext cx="76440" cy="1354667"/>
            </a:xfrm>
            <a:custGeom>
              <a:avLst/>
              <a:gdLst/>
              <a:ahLst/>
              <a:cxnLst/>
              <a:rect l="l" t="t" r="r" b="b"/>
              <a:pathLst>
                <a:path w="76440" h="1354667">
                  <a:moveTo>
                    <a:pt x="0" y="0"/>
                  </a:moveTo>
                  <a:lnTo>
                    <a:pt x="76440" y="0"/>
                  </a:lnTo>
                  <a:lnTo>
                    <a:pt x="76440" y="1354667"/>
                  </a:lnTo>
                  <a:lnTo>
                    <a:pt x="0" y="1354667"/>
                  </a:lnTo>
                  <a:close/>
                </a:path>
              </a:pathLst>
            </a:custGeom>
            <a:solidFill>
              <a:srgbClr val="593C8F"/>
            </a:solidFill>
          </p:spPr>
        </p:sp>
        <p:sp>
          <p:nvSpPr>
            <p:cNvPr id="1048612" name="TextBox 5">
              <a:extLst>
                <a:ext uri="{FF2B5EF4-FFF2-40B4-BE49-F238E27FC236}">
                  <a16:creationId xmlns:a16="http://schemas.microsoft.com/office/drawing/2014/main" id="{0F4A5DE7-79C9-7329-EB7D-F937B14B4659}"/>
                </a:ext>
              </a:extLst>
            </p:cNvPr>
            <p:cNvSpPr txBox="1"/>
            <p:nvPr/>
          </p:nvSpPr>
          <p:spPr>
            <a:xfrm>
              <a:off x="0" y="-47625"/>
              <a:ext cx="76440" cy="1402292"/>
            </a:xfrm>
            <a:prstGeom prst="rect">
              <a:avLst/>
            </a:prstGeom>
          </p:spPr>
          <p:txBody>
            <a:bodyPr lIns="50800" tIns="50800" rIns="50800" bIns="50800" rtlCol="0" anchor="ctr"/>
            <a:lstStyle/>
            <a:p>
              <a:pPr algn="ctr">
                <a:lnSpc>
                  <a:spcPts val="2659"/>
                </a:lnSpc>
              </a:pPr>
              <a:endParaRPr/>
            </a:p>
          </p:txBody>
        </p:sp>
      </p:grpSp>
      <p:sp>
        <p:nvSpPr>
          <p:cNvPr id="1048614" name="TextBox 7">
            <a:extLst>
              <a:ext uri="{FF2B5EF4-FFF2-40B4-BE49-F238E27FC236}">
                <a16:creationId xmlns:a16="http://schemas.microsoft.com/office/drawing/2014/main" id="{33EED439-A1BD-EAF0-34F7-E29378738023}"/>
              </a:ext>
            </a:extLst>
          </p:cNvPr>
          <p:cNvSpPr txBox="1"/>
          <p:nvPr/>
        </p:nvSpPr>
        <p:spPr>
          <a:xfrm>
            <a:off x="1702236" y="4243007"/>
            <a:ext cx="2462332" cy="2398477"/>
          </a:xfrm>
          <a:prstGeom prst="rect">
            <a:avLst/>
          </a:prstGeom>
        </p:spPr>
        <p:txBody>
          <a:bodyPr lIns="0" tIns="0" rIns="0" bIns="0" rtlCol="0" anchor="t">
            <a:spAutoFit/>
          </a:bodyPr>
          <a:lstStyle/>
          <a:p>
            <a:pPr algn="ctr">
              <a:lnSpc>
                <a:spcPts val="9585"/>
              </a:lnSpc>
            </a:pPr>
            <a:r>
              <a:rPr lang="en-US" sz="6846" dirty="0">
                <a:solidFill>
                  <a:srgbClr val="000000"/>
                </a:solidFill>
                <a:latin typeface="Archivo Black"/>
              </a:rPr>
              <a:t>SIM 800L</a:t>
            </a:r>
          </a:p>
        </p:txBody>
      </p:sp>
      <p:pic>
        <p:nvPicPr>
          <p:cNvPr id="1026" name="Picture 2" descr="SIM800L GSM-GPRS Module Pinout, Pin Diagram. Introduction to SIM800l GSM Module, Pinout/Pin Diagram, Hardware Overview, Features, Power Supply, and applications">
            <a:extLst>
              <a:ext uri="{FF2B5EF4-FFF2-40B4-BE49-F238E27FC236}">
                <a16:creationId xmlns:a16="http://schemas.microsoft.com/office/drawing/2014/main" id="{5FFD181F-D8F9-2F13-52DE-D4949CAC7E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4800" y="2571750"/>
            <a:ext cx="8543925" cy="5695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87323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5"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0312" r="-20312"/>
            </a:stretch>
          </a:blipFill>
        </p:spPr>
      </p:sp>
      <p:grpSp>
        <p:nvGrpSpPr>
          <p:cNvPr id="39" name="Group 3"/>
          <p:cNvGrpSpPr/>
          <p:nvPr/>
        </p:nvGrpSpPr>
        <p:grpSpPr>
          <a:xfrm>
            <a:off x="12282546" y="2571750"/>
            <a:ext cx="290233" cy="5143500"/>
            <a:chOff x="0" y="0"/>
            <a:chExt cx="76440" cy="1354667"/>
          </a:xfrm>
        </p:grpSpPr>
        <p:sp>
          <p:nvSpPr>
            <p:cNvPr id="1048616" name="Freeform 4"/>
            <p:cNvSpPr/>
            <p:nvPr/>
          </p:nvSpPr>
          <p:spPr>
            <a:xfrm>
              <a:off x="0" y="0"/>
              <a:ext cx="76440" cy="1354667"/>
            </a:xfrm>
            <a:custGeom>
              <a:avLst/>
              <a:gdLst/>
              <a:ahLst/>
              <a:cxnLst/>
              <a:rect l="l" t="t" r="r" b="b"/>
              <a:pathLst>
                <a:path w="76440" h="1354667">
                  <a:moveTo>
                    <a:pt x="0" y="0"/>
                  </a:moveTo>
                  <a:lnTo>
                    <a:pt x="76440" y="0"/>
                  </a:lnTo>
                  <a:lnTo>
                    <a:pt x="76440" y="1354667"/>
                  </a:lnTo>
                  <a:lnTo>
                    <a:pt x="0" y="1354667"/>
                  </a:lnTo>
                  <a:close/>
                </a:path>
              </a:pathLst>
            </a:custGeom>
            <a:solidFill>
              <a:srgbClr val="593C8F"/>
            </a:solidFill>
          </p:spPr>
        </p:sp>
        <p:sp>
          <p:nvSpPr>
            <p:cNvPr id="1048617" name="TextBox 5"/>
            <p:cNvSpPr txBox="1"/>
            <p:nvPr/>
          </p:nvSpPr>
          <p:spPr>
            <a:xfrm>
              <a:off x="0" y="-47625"/>
              <a:ext cx="76440" cy="1402292"/>
            </a:xfrm>
            <a:prstGeom prst="rect">
              <a:avLst/>
            </a:prstGeom>
          </p:spPr>
          <p:txBody>
            <a:bodyPr lIns="50800" tIns="50800" rIns="50800" bIns="50800" rtlCol="0" anchor="ctr"/>
            <a:lstStyle/>
            <a:p>
              <a:pPr algn="ctr">
                <a:lnSpc>
                  <a:spcPts val="2659"/>
                </a:lnSpc>
              </a:pPr>
              <a:endParaRPr/>
            </a:p>
          </p:txBody>
        </p:sp>
      </p:grpSp>
      <p:sp>
        <p:nvSpPr>
          <p:cNvPr id="1048619" name="TextBox 7"/>
          <p:cNvSpPr txBox="1"/>
          <p:nvPr/>
        </p:nvSpPr>
        <p:spPr>
          <a:xfrm>
            <a:off x="12918598" y="4625289"/>
            <a:ext cx="4807846" cy="946022"/>
          </a:xfrm>
          <a:prstGeom prst="rect">
            <a:avLst/>
          </a:prstGeom>
        </p:spPr>
        <p:txBody>
          <a:bodyPr wrap="square" lIns="0" tIns="0" rIns="0" bIns="0" rtlCol="0" anchor="t">
            <a:spAutoFit/>
          </a:bodyPr>
          <a:lstStyle/>
          <a:p>
            <a:pPr algn="ctr">
              <a:lnSpc>
                <a:spcPts val="7449"/>
              </a:lnSpc>
              <a:spcBef>
                <a:spcPct val="0"/>
              </a:spcBef>
            </a:pPr>
            <a:r>
              <a:rPr lang="en-US" sz="5321" dirty="0">
                <a:solidFill>
                  <a:srgbClr val="593C8F"/>
                </a:solidFill>
                <a:latin typeface="Archivo Black"/>
              </a:rPr>
              <a:t>Connections</a:t>
            </a:r>
          </a:p>
        </p:txBody>
      </p:sp>
      <p:pic>
        <p:nvPicPr>
          <p:cNvPr id="3" name="Picture 2">
            <a:extLst>
              <a:ext uri="{FF2B5EF4-FFF2-40B4-BE49-F238E27FC236}">
                <a16:creationId xmlns:a16="http://schemas.microsoft.com/office/drawing/2014/main" id="{CE1C6D4A-32EA-4390-6CC9-2A765B8847E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00200" y="476250"/>
            <a:ext cx="9334500" cy="9334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8" name="AutoShape 2"/>
          <p:cNvSpPr/>
          <p:nvPr/>
        </p:nvSpPr>
        <p:spPr>
          <a:xfrm>
            <a:off x="4069868" y="1729930"/>
            <a:ext cx="12291840" cy="0"/>
          </a:xfrm>
          <a:prstGeom prst="line">
            <a:avLst/>
          </a:prstGeom>
          <a:ln w="38100" cap="flat">
            <a:solidFill>
              <a:srgbClr val="000000"/>
            </a:solidFill>
            <a:prstDash val="solid"/>
            <a:headEnd type="none" w="sm" len="sm"/>
            <a:tailEnd type="none" w="sm" len="sm"/>
          </a:ln>
        </p:spPr>
      </p:sp>
      <p:grpSp>
        <p:nvGrpSpPr>
          <p:cNvPr id="43" name="Group 3"/>
          <p:cNvGrpSpPr/>
          <p:nvPr/>
        </p:nvGrpSpPr>
        <p:grpSpPr>
          <a:xfrm>
            <a:off x="0" y="0"/>
            <a:ext cx="3086100" cy="10287000"/>
            <a:chOff x="0" y="0"/>
            <a:chExt cx="812800" cy="2709333"/>
          </a:xfrm>
        </p:grpSpPr>
        <p:sp>
          <p:nvSpPr>
            <p:cNvPr id="1048629" name="Freeform 4"/>
            <p:cNvSpPr/>
            <p:nvPr/>
          </p:nvSpPr>
          <p:spPr>
            <a:xfrm>
              <a:off x="0" y="0"/>
              <a:ext cx="812800" cy="2709333"/>
            </a:xfrm>
            <a:custGeom>
              <a:avLst/>
              <a:gdLst/>
              <a:ahLst/>
              <a:cxnLst/>
              <a:rect l="l" t="t" r="r" b="b"/>
              <a:pathLst>
                <a:path w="812800" h="2709333">
                  <a:moveTo>
                    <a:pt x="0" y="0"/>
                  </a:moveTo>
                  <a:lnTo>
                    <a:pt x="812800" y="0"/>
                  </a:lnTo>
                  <a:lnTo>
                    <a:pt x="812800" y="2709333"/>
                  </a:lnTo>
                  <a:lnTo>
                    <a:pt x="0" y="2709333"/>
                  </a:lnTo>
                  <a:close/>
                </a:path>
              </a:pathLst>
            </a:custGeom>
            <a:solidFill>
              <a:srgbClr val="593C8F"/>
            </a:solidFill>
          </p:spPr>
        </p:sp>
        <p:sp>
          <p:nvSpPr>
            <p:cNvPr id="1048630" name="TextBox 5"/>
            <p:cNvSpPr txBox="1"/>
            <p:nvPr/>
          </p:nvSpPr>
          <p:spPr>
            <a:xfrm>
              <a:off x="0" y="-47625"/>
              <a:ext cx="812800" cy="2756958"/>
            </a:xfrm>
            <a:prstGeom prst="rect">
              <a:avLst/>
            </a:prstGeom>
          </p:spPr>
          <p:txBody>
            <a:bodyPr lIns="50800" tIns="50800" rIns="50800" bIns="50800" rtlCol="0" anchor="ctr"/>
            <a:lstStyle/>
            <a:p>
              <a:pPr algn="ctr">
                <a:lnSpc>
                  <a:spcPts val="2659"/>
                </a:lnSpc>
              </a:pPr>
              <a:endParaRPr/>
            </a:p>
          </p:txBody>
        </p:sp>
      </p:grpSp>
      <p:sp>
        <p:nvSpPr>
          <p:cNvPr id="1048631" name="Freeform 6"/>
          <p:cNvSpPr/>
          <p:nvPr/>
        </p:nvSpPr>
        <p:spPr>
          <a:xfrm>
            <a:off x="15583926" y="9258300"/>
            <a:ext cx="2087283" cy="521821"/>
          </a:xfrm>
          <a:custGeom>
            <a:avLst/>
            <a:gdLst/>
            <a:ahLst/>
            <a:cxnLst/>
            <a:rect l="l" t="t" r="r" b="b"/>
            <a:pathLst>
              <a:path w="2087283" h="521821">
                <a:moveTo>
                  <a:pt x="0" y="0"/>
                </a:moveTo>
                <a:lnTo>
                  <a:pt x="2087283" y="0"/>
                </a:lnTo>
                <a:lnTo>
                  <a:pt x="2087283" y="521821"/>
                </a:lnTo>
                <a:lnTo>
                  <a:pt x="0" y="521821"/>
                </a:lnTo>
                <a:lnTo>
                  <a:pt x="0" y="0"/>
                </a:lnTo>
                <a:close/>
              </a:path>
            </a:pathLst>
          </a:custGeom>
          <a:blipFill>
            <a:blip r:embed="rId2"/>
            <a:stretch>
              <a:fillRect/>
            </a:stretch>
          </a:blipFill>
        </p:spPr>
      </p:sp>
      <p:sp>
        <p:nvSpPr>
          <p:cNvPr id="1048633" name="TextBox 8"/>
          <p:cNvSpPr txBox="1"/>
          <p:nvPr/>
        </p:nvSpPr>
        <p:spPr>
          <a:xfrm>
            <a:off x="4540248" y="544511"/>
            <a:ext cx="3472678" cy="863602"/>
          </a:xfrm>
          <a:prstGeom prst="rect">
            <a:avLst/>
          </a:prstGeom>
        </p:spPr>
        <p:txBody>
          <a:bodyPr lIns="0" tIns="0" rIns="0" bIns="0" rtlCol="0" anchor="t">
            <a:spAutoFit/>
          </a:bodyPr>
          <a:lstStyle/>
          <a:p>
            <a:pPr algn="ctr">
              <a:lnSpc>
                <a:spcPts val="6999"/>
              </a:lnSpc>
              <a:spcBef>
                <a:spcPct val="0"/>
              </a:spcBef>
            </a:pPr>
            <a:r>
              <a:rPr lang="en-US" sz="4999">
                <a:solidFill>
                  <a:srgbClr val="593C8F"/>
                </a:solidFill>
                <a:latin typeface="Archivo Black"/>
              </a:rPr>
              <a:t>Workflow</a:t>
            </a:r>
          </a:p>
        </p:txBody>
      </p:sp>
      <p:pic>
        <p:nvPicPr>
          <p:cNvPr id="3" name="Picture 2">
            <a:extLst>
              <a:ext uri="{FF2B5EF4-FFF2-40B4-BE49-F238E27FC236}">
                <a16:creationId xmlns:a16="http://schemas.microsoft.com/office/drawing/2014/main" id="{64D6A8A4-AAD1-4978-FBF5-ED10C25668CC}"/>
              </a:ext>
            </a:extLst>
          </p:cNvPr>
          <p:cNvPicPr>
            <a:picLocks noChangeAspect="1"/>
          </p:cNvPicPr>
          <p:nvPr/>
        </p:nvPicPr>
        <p:blipFill>
          <a:blip r:embed="rId3"/>
          <a:stretch>
            <a:fillRect/>
          </a:stretch>
        </p:blipFill>
        <p:spPr>
          <a:xfrm>
            <a:off x="6629400" y="2051748"/>
            <a:ext cx="7848600" cy="769318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0"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0312" r="-20312"/>
            </a:stretch>
          </a:blipFill>
        </p:spPr>
      </p:sp>
      <p:sp>
        <p:nvSpPr>
          <p:cNvPr id="1048621" name="AutoShape 3"/>
          <p:cNvSpPr/>
          <p:nvPr/>
        </p:nvSpPr>
        <p:spPr>
          <a:xfrm>
            <a:off x="1029771" y="2252109"/>
            <a:ext cx="12016085" cy="0"/>
          </a:xfrm>
          <a:prstGeom prst="line">
            <a:avLst/>
          </a:prstGeom>
          <a:ln w="38100" cap="flat">
            <a:solidFill>
              <a:srgbClr val="000000"/>
            </a:solidFill>
            <a:prstDash val="solid"/>
            <a:headEnd type="none" w="sm" len="sm"/>
            <a:tailEnd type="none" w="sm" len="sm"/>
          </a:ln>
        </p:spPr>
      </p:sp>
      <p:grpSp>
        <p:nvGrpSpPr>
          <p:cNvPr id="41" name="Group 4"/>
          <p:cNvGrpSpPr/>
          <p:nvPr/>
        </p:nvGrpSpPr>
        <p:grpSpPr>
          <a:xfrm>
            <a:off x="15201900" y="0"/>
            <a:ext cx="3086100" cy="10287000"/>
            <a:chOff x="0" y="0"/>
            <a:chExt cx="812800" cy="2709333"/>
          </a:xfrm>
        </p:grpSpPr>
        <p:sp>
          <p:nvSpPr>
            <p:cNvPr id="1048622" name="Freeform 5"/>
            <p:cNvSpPr/>
            <p:nvPr/>
          </p:nvSpPr>
          <p:spPr>
            <a:xfrm>
              <a:off x="0" y="0"/>
              <a:ext cx="812800" cy="2709333"/>
            </a:xfrm>
            <a:custGeom>
              <a:avLst/>
              <a:gdLst/>
              <a:ahLst/>
              <a:cxnLst/>
              <a:rect l="l" t="t" r="r" b="b"/>
              <a:pathLst>
                <a:path w="812800" h="2709333">
                  <a:moveTo>
                    <a:pt x="0" y="0"/>
                  </a:moveTo>
                  <a:lnTo>
                    <a:pt x="812800" y="0"/>
                  </a:lnTo>
                  <a:lnTo>
                    <a:pt x="812800" y="2709333"/>
                  </a:lnTo>
                  <a:lnTo>
                    <a:pt x="0" y="2709333"/>
                  </a:lnTo>
                  <a:close/>
                </a:path>
              </a:pathLst>
            </a:custGeom>
            <a:solidFill>
              <a:srgbClr val="593C8F"/>
            </a:solidFill>
          </p:spPr>
        </p:sp>
        <p:sp>
          <p:nvSpPr>
            <p:cNvPr id="1048623" name="TextBox 6"/>
            <p:cNvSpPr txBox="1"/>
            <p:nvPr/>
          </p:nvSpPr>
          <p:spPr>
            <a:xfrm>
              <a:off x="0" y="-47625"/>
              <a:ext cx="812800" cy="2756958"/>
            </a:xfrm>
            <a:prstGeom prst="rect">
              <a:avLst/>
            </a:prstGeom>
          </p:spPr>
          <p:txBody>
            <a:bodyPr lIns="50800" tIns="50800" rIns="50800" bIns="50800" rtlCol="0" anchor="ctr"/>
            <a:lstStyle/>
            <a:p>
              <a:pPr algn="ctr">
                <a:lnSpc>
                  <a:spcPts val="2659"/>
                </a:lnSpc>
              </a:pPr>
              <a:endParaRPr/>
            </a:p>
          </p:txBody>
        </p:sp>
      </p:grpSp>
      <p:sp>
        <p:nvSpPr>
          <p:cNvPr id="1048625" name="Freeform 8"/>
          <p:cNvSpPr/>
          <p:nvPr/>
        </p:nvSpPr>
        <p:spPr>
          <a:xfrm>
            <a:off x="12280197" y="9258300"/>
            <a:ext cx="2087283" cy="521821"/>
          </a:xfrm>
          <a:custGeom>
            <a:avLst/>
            <a:gdLst/>
            <a:ahLst/>
            <a:cxnLst/>
            <a:rect l="l" t="t" r="r" b="b"/>
            <a:pathLst>
              <a:path w="2087283" h="521821">
                <a:moveTo>
                  <a:pt x="0" y="0"/>
                </a:moveTo>
                <a:lnTo>
                  <a:pt x="2087283" y="0"/>
                </a:lnTo>
                <a:lnTo>
                  <a:pt x="2087283" y="521821"/>
                </a:lnTo>
                <a:lnTo>
                  <a:pt x="0" y="521821"/>
                </a:lnTo>
                <a:lnTo>
                  <a:pt x="0" y="0"/>
                </a:lnTo>
                <a:close/>
              </a:path>
            </a:pathLst>
          </a:custGeom>
          <a:blipFill>
            <a:blip r:embed="rId3"/>
            <a:stretch>
              <a:fillRect/>
            </a:stretch>
          </a:blipFill>
        </p:spPr>
      </p:sp>
      <p:sp>
        <p:nvSpPr>
          <p:cNvPr id="1048627" name="TextBox 10"/>
          <p:cNvSpPr txBox="1"/>
          <p:nvPr/>
        </p:nvSpPr>
        <p:spPr>
          <a:xfrm>
            <a:off x="1595811" y="1216103"/>
            <a:ext cx="12016085" cy="748032"/>
          </a:xfrm>
          <a:prstGeom prst="rect">
            <a:avLst/>
          </a:prstGeom>
        </p:spPr>
        <p:txBody>
          <a:bodyPr lIns="0" tIns="0" rIns="0" bIns="0" rtlCol="0" anchor="t">
            <a:spAutoFit/>
          </a:bodyPr>
          <a:lstStyle/>
          <a:p>
            <a:pPr>
              <a:lnSpc>
                <a:spcPts val="6019"/>
              </a:lnSpc>
              <a:spcBef>
                <a:spcPct val="0"/>
              </a:spcBef>
            </a:pPr>
            <a:r>
              <a:rPr lang="en-US" sz="4299" dirty="0">
                <a:solidFill>
                  <a:srgbClr val="593C8F"/>
                </a:solidFill>
                <a:latin typeface="Archivo Black"/>
              </a:rPr>
              <a:t>Circuit Diagram</a:t>
            </a:r>
          </a:p>
        </p:txBody>
      </p:sp>
      <p:pic>
        <p:nvPicPr>
          <p:cNvPr id="3" name="Picture 2">
            <a:extLst>
              <a:ext uri="{FF2B5EF4-FFF2-40B4-BE49-F238E27FC236}">
                <a16:creationId xmlns:a16="http://schemas.microsoft.com/office/drawing/2014/main" id="{58F70D44-6B88-55B1-2B66-92DF5D252BC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31200" y="2728177"/>
            <a:ext cx="11048997" cy="650279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4" name="AutoShape 2"/>
          <p:cNvSpPr/>
          <p:nvPr/>
        </p:nvSpPr>
        <p:spPr>
          <a:xfrm>
            <a:off x="4069868" y="1729930"/>
            <a:ext cx="12291840" cy="0"/>
          </a:xfrm>
          <a:prstGeom prst="line">
            <a:avLst/>
          </a:prstGeom>
          <a:ln w="38100" cap="flat">
            <a:solidFill>
              <a:srgbClr val="000000"/>
            </a:solidFill>
            <a:prstDash val="solid"/>
            <a:headEnd type="none" w="sm" len="sm"/>
            <a:tailEnd type="none" w="sm" len="sm"/>
          </a:ln>
        </p:spPr>
      </p:sp>
      <p:grpSp>
        <p:nvGrpSpPr>
          <p:cNvPr id="45" name="Group 3"/>
          <p:cNvGrpSpPr/>
          <p:nvPr/>
        </p:nvGrpSpPr>
        <p:grpSpPr>
          <a:xfrm>
            <a:off x="0" y="0"/>
            <a:ext cx="3086100" cy="10287000"/>
            <a:chOff x="0" y="0"/>
            <a:chExt cx="812800" cy="2709333"/>
          </a:xfrm>
        </p:grpSpPr>
        <p:sp>
          <p:nvSpPr>
            <p:cNvPr id="1048635" name="Freeform 4"/>
            <p:cNvSpPr/>
            <p:nvPr/>
          </p:nvSpPr>
          <p:spPr>
            <a:xfrm>
              <a:off x="0" y="0"/>
              <a:ext cx="812800" cy="2709333"/>
            </a:xfrm>
            <a:custGeom>
              <a:avLst/>
              <a:gdLst/>
              <a:ahLst/>
              <a:cxnLst/>
              <a:rect l="l" t="t" r="r" b="b"/>
              <a:pathLst>
                <a:path w="812800" h="2709333">
                  <a:moveTo>
                    <a:pt x="0" y="0"/>
                  </a:moveTo>
                  <a:lnTo>
                    <a:pt x="812800" y="0"/>
                  </a:lnTo>
                  <a:lnTo>
                    <a:pt x="812800" y="2709333"/>
                  </a:lnTo>
                  <a:lnTo>
                    <a:pt x="0" y="2709333"/>
                  </a:lnTo>
                  <a:close/>
                </a:path>
              </a:pathLst>
            </a:custGeom>
            <a:solidFill>
              <a:srgbClr val="593C8F"/>
            </a:solidFill>
          </p:spPr>
        </p:sp>
        <p:sp>
          <p:nvSpPr>
            <p:cNvPr id="1048636" name="TextBox 5"/>
            <p:cNvSpPr txBox="1"/>
            <p:nvPr/>
          </p:nvSpPr>
          <p:spPr>
            <a:xfrm>
              <a:off x="0" y="-47625"/>
              <a:ext cx="812800" cy="2756958"/>
            </a:xfrm>
            <a:prstGeom prst="rect">
              <a:avLst/>
            </a:prstGeom>
          </p:spPr>
          <p:txBody>
            <a:bodyPr lIns="50800" tIns="50800" rIns="50800" bIns="50800" rtlCol="0" anchor="ctr"/>
            <a:lstStyle/>
            <a:p>
              <a:pPr algn="ctr">
                <a:lnSpc>
                  <a:spcPts val="2659"/>
                </a:lnSpc>
              </a:pPr>
              <a:endParaRPr/>
            </a:p>
          </p:txBody>
        </p:sp>
      </p:grpSp>
      <p:sp>
        <p:nvSpPr>
          <p:cNvPr id="1048637" name="Freeform 6"/>
          <p:cNvSpPr/>
          <p:nvPr/>
        </p:nvSpPr>
        <p:spPr>
          <a:xfrm>
            <a:off x="15583926" y="9258300"/>
            <a:ext cx="2087283" cy="521821"/>
          </a:xfrm>
          <a:custGeom>
            <a:avLst/>
            <a:gdLst/>
            <a:ahLst/>
            <a:cxnLst/>
            <a:rect l="l" t="t" r="r" b="b"/>
            <a:pathLst>
              <a:path w="2087283" h="521821">
                <a:moveTo>
                  <a:pt x="0" y="0"/>
                </a:moveTo>
                <a:lnTo>
                  <a:pt x="2087283" y="0"/>
                </a:lnTo>
                <a:lnTo>
                  <a:pt x="2087283" y="521821"/>
                </a:lnTo>
                <a:lnTo>
                  <a:pt x="0" y="521821"/>
                </a:lnTo>
                <a:lnTo>
                  <a:pt x="0" y="0"/>
                </a:lnTo>
                <a:close/>
              </a:path>
            </a:pathLst>
          </a:custGeom>
          <a:blipFill>
            <a:blip r:embed="rId2"/>
            <a:stretch>
              <a:fillRect/>
            </a:stretch>
          </a:blipFill>
        </p:spPr>
      </p:sp>
      <p:sp>
        <p:nvSpPr>
          <p:cNvPr id="1048638" name="TextBox 8"/>
          <p:cNvSpPr txBox="1"/>
          <p:nvPr/>
        </p:nvSpPr>
        <p:spPr>
          <a:xfrm>
            <a:off x="4540248" y="544511"/>
            <a:ext cx="3472678" cy="863602"/>
          </a:xfrm>
          <a:prstGeom prst="rect">
            <a:avLst/>
          </a:prstGeom>
        </p:spPr>
        <p:txBody>
          <a:bodyPr lIns="0" tIns="0" rIns="0" bIns="0" rtlCol="0" anchor="t">
            <a:spAutoFit/>
          </a:bodyPr>
          <a:lstStyle/>
          <a:p>
            <a:pPr algn="ctr">
              <a:lnSpc>
                <a:spcPts val="6999"/>
              </a:lnSpc>
              <a:spcBef>
                <a:spcPct val="0"/>
              </a:spcBef>
            </a:pPr>
            <a:r>
              <a:rPr lang="en-US" sz="4999" dirty="0">
                <a:solidFill>
                  <a:srgbClr val="593C8F"/>
                </a:solidFill>
                <a:latin typeface="Archivo Black"/>
              </a:rPr>
              <a:t>Code</a:t>
            </a:r>
          </a:p>
        </p:txBody>
      </p:sp>
      <p:pic>
        <p:nvPicPr>
          <p:cNvPr id="4" name="Picture 3">
            <a:extLst>
              <a:ext uri="{FF2B5EF4-FFF2-40B4-BE49-F238E27FC236}">
                <a16:creationId xmlns:a16="http://schemas.microsoft.com/office/drawing/2014/main" id="{CDB4B844-372C-3099-D10C-F2234C3460B3}"/>
              </a:ext>
            </a:extLst>
          </p:cNvPr>
          <p:cNvPicPr>
            <a:picLocks noChangeAspect="1"/>
          </p:cNvPicPr>
          <p:nvPr/>
        </p:nvPicPr>
        <p:blipFill>
          <a:blip r:embed="rId3"/>
          <a:stretch>
            <a:fillRect/>
          </a:stretch>
        </p:blipFill>
        <p:spPr>
          <a:xfrm>
            <a:off x="4143779" y="2051749"/>
            <a:ext cx="11858221" cy="720655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 name="Group 3"/>
          <p:cNvGrpSpPr/>
          <p:nvPr/>
        </p:nvGrpSpPr>
        <p:grpSpPr>
          <a:xfrm>
            <a:off x="15219106" y="0"/>
            <a:ext cx="3086100" cy="10287000"/>
            <a:chOff x="0" y="0"/>
            <a:chExt cx="812800" cy="2709333"/>
          </a:xfrm>
        </p:grpSpPr>
        <p:sp>
          <p:nvSpPr>
            <p:cNvPr id="1048640" name="Freeform 4"/>
            <p:cNvSpPr/>
            <p:nvPr/>
          </p:nvSpPr>
          <p:spPr>
            <a:xfrm>
              <a:off x="0" y="0"/>
              <a:ext cx="812800" cy="2709333"/>
            </a:xfrm>
            <a:custGeom>
              <a:avLst/>
              <a:gdLst/>
              <a:ahLst/>
              <a:cxnLst/>
              <a:rect l="l" t="t" r="r" b="b"/>
              <a:pathLst>
                <a:path w="812800" h="2709333">
                  <a:moveTo>
                    <a:pt x="0" y="0"/>
                  </a:moveTo>
                  <a:lnTo>
                    <a:pt x="812800" y="0"/>
                  </a:lnTo>
                  <a:lnTo>
                    <a:pt x="812800" y="2709333"/>
                  </a:lnTo>
                  <a:lnTo>
                    <a:pt x="0" y="2709333"/>
                  </a:lnTo>
                  <a:close/>
                </a:path>
              </a:pathLst>
            </a:custGeom>
            <a:solidFill>
              <a:srgbClr val="593C8F"/>
            </a:solidFill>
          </p:spPr>
        </p:sp>
        <p:sp>
          <p:nvSpPr>
            <p:cNvPr id="1048641" name="TextBox 5"/>
            <p:cNvSpPr txBox="1"/>
            <p:nvPr/>
          </p:nvSpPr>
          <p:spPr>
            <a:xfrm>
              <a:off x="0" y="-47625"/>
              <a:ext cx="812800" cy="2756958"/>
            </a:xfrm>
            <a:prstGeom prst="rect">
              <a:avLst/>
            </a:prstGeom>
          </p:spPr>
          <p:txBody>
            <a:bodyPr lIns="50800" tIns="50800" rIns="50800" bIns="50800" rtlCol="0" anchor="ctr"/>
            <a:lstStyle/>
            <a:p>
              <a:pPr algn="ctr">
                <a:lnSpc>
                  <a:spcPts val="2659"/>
                </a:lnSpc>
              </a:pPr>
              <a:endParaRPr/>
            </a:p>
          </p:txBody>
        </p:sp>
      </p:grpSp>
      <p:sp>
        <p:nvSpPr>
          <p:cNvPr id="1048642" name="Freeform 6"/>
          <p:cNvSpPr/>
          <p:nvPr/>
        </p:nvSpPr>
        <p:spPr>
          <a:xfrm>
            <a:off x="15583926" y="9258300"/>
            <a:ext cx="2087283" cy="521821"/>
          </a:xfrm>
          <a:custGeom>
            <a:avLst/>
            <a:gdLst/>
            <a:ahLst/>
            <a:cxnLst/>
            <a:rect l="l" t="t" r="r" b="b"/>
            <a:pathLst>
              <a:path w="2087283" h="521821">
                <a:moveTo>
                  <a:pt x="0" y="0"/>
                </a:moveTo>
                <a:lnTo>
                  <a:pt x="2087283" y="0"/>
                </a:lnTo>
                <a:lnTo>
                  <a:pt x="2087283" y="521821"/>
                </a:lnTo>
                <a:lnTo>
                  <a:pt x="0" y="521821"/>
                </a:lnTo>
                <a:lnTo>
                  <a:pt x="0" y="0"/>
                </a:lnTo>
                <a:close/>
              </a:path>
            </a:pathLst>
          </a:custGeom>
          <a:blipFill>
            <a:blip r:embed="rId2"/>
            <a:stretch>
              <a:fillRect/>
            </a:stretch>
          </a:blipFill>
        </p:spPr>
      </p:sp>
      <p:sp>
        <p:nvSpPr>
          <p:cNvPr id="1048643" name="TextBox 8"/>
          <p:cNvSpPr txBox="1"/>
          <p:nvPr/>
        </p:nvSpPr>
        <p:spPr>
          <a:xfrm>
            <a:off x="1219200" y="544511"/>
            <a:ext cx="13411200" cy="1778692"/>
          </a:xfrm>
          <a:prstGeom prst="rect">
            <a:avLst/>
          </a:prstGeom>
        </p:spPr>
        <p:txBody>
          <a:bodyPr wrap="square" lIns="0" tIns="0" rIns="0" bIns="0" rtlCol="0" anchor="t">
            <a:spAutoFit/>
          </a:bodyPr>
          <a:lstStyle/>
          <a:p>
            <a:pPr algn="ctr">
              <a:lnSpc>
                <a:spcPts val="6999"/>
              </a:lnSpc>
              <a:spcBef>
                <a:spcPct val="0"/>
              </a:spcBef>
            </a:pPr>
            <a:r>
              <a:rPr lang="en-US" sz="4999" dirty="0">
                <a:solidFill>
                  <a:srgbClr val="593C8F"/>
                </a:solidFill>
                <a:latin typeface="Archivo Black"/>
              </a:rPr>
              <a:t>Advantages of using </a:t>
            </a:r>
            <a:r>
              <a:rPr lang="en-IN" sz="5400" dirty="0">
                <a:solidFill>
                  <a:srgbClr val="593C8F"/>
                </a:solidFill>
                <a:latin typeface="League Spartan"/>
              </a:rPr>
              <a:t>Alzheimer's Assistance </a:t>
            </a:r>
            <a:endParaRPr lang="en-US" sz="4999" dirty="0">
              <a:solidFill>
                <a:srgbClr val="593C8F"/>
              </a:solidFill>
              <a:latin typeface="Archivo Black"/>
            </a:endParaRPr>
          </a:p>
        </p:txBody>
      </p:sp>
      <p:sp>
        <p:nvSpPr>
          <p:cNvPr id="1048644" name="TextBox 6"/>
          <p:cNvSpPr txBox="1"/>
          <p:nvPr/>
        </p:nvSpPr>
        <p:spPr>
          <a:xfrm>
            <a:off x="609600" y="1867599"/>
            <a:ext cx="14459564" cy="7386638"/>
          </a:xfrm>
          <a:prstGeom prst="rect">
            <a:avLst/>
          </a:prstGeom>
          <a:noFill/>
        </p:spPr>
        <p:txBody>
          <a:bodyPr wrap="square" rtlCol="0">
            <a:spAutoFit/>
          </a:bodyPr>
          <a:lstStyle/>
          <a:p>
            <a:pPr>
              <a:lnSpc>
                <a:spcPct val="150000"/>
              </a:lnSpc>
            </a:pPr>
            <a:r>
              <a:rPr lang="en-US" sz="2400" dirty="0"/>
              <a:t>1. </a:t>
            </a:r>
            <a:r>
              <a:rPr lang="en-US" sz="2800" b="1" dirty="0"/>
              <a:t>Enhanced Safety</a:t>
            </a:r>
          </a:p>
          <a:p>
            <a:r>
              <a:rPr lang="en-US" sz="2400" dirty="0"/>
              <a:t>Geofencing allows caregivers to set virtual boundaries around safe areas (like home or nearby surroundings). When a person with Alzheimer's crosses these boundaries, an alert is triggered, enabling a quick response to prevent wandering or getting lost.  </a:t>
            </a:r>
          </a:p>
          <a:p>
            <a:pPr>
              <a:lnSpc>
                <a:spcPct val="150000"/>
              </a:lnSpc>
            </a:pPr>
            <a:r>
              <a:rPr lang="en-US" sz="2400" dirty="0"/>
              <a:t>2. </a:t>
            </a:r>
            <a:r>
              <a:rPr lang="en-US" sz="2800" b="1" dirty="0"/>
              <a:t>Increased Independence for Patients</a:t>
            </a:r>
          </a:p>
          <a:p>
            <a:r>
              <a:rPr lang="en-US" sz="2400" dirty="0"/>
              <a:t>Patients can have more freedom to move around within safe zones, supporting a degree of independence while still being monitored for safety.</a:t>
            </a:r>
          </a:p>
          <a:p>
            <a:pPr>
              <a:lnSpc>
                <a:spcPct val="150000"/>
              </a:lnSpc>
            </a:pPr>
            <a:r>
              <a:rPr lang="en-US" sz="2400" dirty="0"/>
              <a:t>3. </a:t>
            </a:r>
            <a:r>
              <a:rPr lang="en-US" sz="2800" b="1" dirty="0"/>
              <a:t>Customizable Alerts</a:t>
            </a:r>
          </a:p>
          <a:p>
            <a:r>
              <a:rPr lang="en-US" sz="2400" dirty="0"/>
              <a:t>Alerts can be customized for different times of day or specific zones, helping caregivers to be aware of potential risks based on routine behaviors or known wandering patterns.</a:t>
            </a:r>
          </a:p>
          <a:p>
            <a:pPr>
              <a:lnSpc>
                <a:spcPct val="150000"/>
              </a:lnSpc>
            </a:pPr>
            <a:r>
              <a:rPr lang="en-US" sz="2400" dirty="0"/>
              <a:t>4. </a:t>
            </a:r>
            <a:r>
              <a:rPr lang="en-US" sz="2800" b="1" dirty="0"/>
              <a:t>Data Insights for Better Care</a:t>
            </a:r>
          </a:p>
          <a:p>
            <a:r>
              <a:rPr lang="en-US" sz="2400" dirty="0"/>
              <a:t>Geofencing systems can provide data on movement patterns, allowing caregivers and medical professionals to gain insights into the patient’s behavior, potentially identifying changes in condition or habits that may need attention.</a:t>
            </a:r>
          </a:p>
          <a:p>
            <a:pPr>
              <a:lnSpc>
                <a:spcPct val="150000"/>
              </a:lnSpc>
            </a:pPr>
            <a:r>
              <a:rPr lang="en-US" sz="2400" dirty="0"/>
              <a:t>5. </a:t>
            </a:r>
            <a:r>
              <a:rPr lang="en-US" sz="2800" b="1" dirty="0"/>
              <a:t>Facilitates Emergency Response</a:t>
            </a:r>
          </a:p>
          <a:p>
            <a:r>
              <a:rPr lang="en-US" sz="2400" dirty="0"/>
              <a:t>Quick alerts and location tracking can facilitate faster response times in emergencies, such as when a patient is lost or in a potentially dangerous situation.</a:t>
            </a:r>
            <a:r>
              <a:rPr lang="en-US" sz="2400" b="0" i="0" dirty="0">
                <a:effectLst/>
                <a:latin typeface="+mj-lt"/>
              </a:rPr>
              <a:t>.</a:t>
            </a:r>
            <a:endParaRPr lang="en-US" sz="3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8"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0312" r="-20312"/>
            </a:stretch>
          </a:blipFill>
        </p:spPr>
      </p:sp>
      <p:sp>
        <p:nvSpPr>
          <p:cNvPr id="1048659" name="AutoShape 3"/>
          <p:cNvSpPr/>
          <p:nvPr/>
        </p:nvSpPr>
        <p:spPr>
          <a:xfrm>
            <a:off x="3019993" y="5781675"/>
            <a:ext cx="12823257" cy="0"/>
          </a:xfrm>
          <a:prstGeom prst="line">
            <a:avLst/>
          </a:prstGeom>
          <a:ln w="38100" cap="flat">
            <a:solidFill>
              <a:srgbClr val="000000"/>
            </a:solidFill>
            <a:prstDash val="solid"/>
            <a:headEnd type="none" w="sm" len="sm"/>
            <a:tailEnd type="none" w="sm" len="sm"/>
          </a:ln>
        </p:spPr>
      </p:sp>
      <p:sp>
        <p:nvSpPr>
          <p:cNvPr id="1048660" name="TextBox 4"/>
          <p:cNvSpPr txBox="1"/>
          <p:nvPr/>
        </p:nvSpPr>
        <p:spPr>
          <a:xfrm>
            <a:off x="4676557" y="4237353"/>
            <a:ext cx="9647620" cy="906147"/>
          </a:xfrm>
          <a:prstGeom prst="rect">
            <a:avLst/>
          </a:prstGeom>
        </p:spPr>
        <p:txBody>
          <a:bodyPr lIns="0" tIns="0" rIns="0" bIns="0" rtlCol="0" anchor="t">
            <a:spAutoFit/>
          </a:bodyPr>
          <a:lstStyle/>
          <a:p>
            <a:pPr algn="ctr">
              <a:lnSpc>
                <a:spcPts val="7279"/>
              </a:lnSpc>
              <a:spcBef>
                <a:spcPct val="0"/>
              </a:spcBef>
            </a:pPr>
            <a:r>
              <a:rPr lang="en-US" sz="5199">
                <a:solidFill>
                  <a:srgbClr val="593C8F"/>
                </a:solidFill>
                <a:latin typeface="Archivo Black"/>
              </a:rPr>
              <a:t>Thank You</a:t>
            </a:r>
          </a:p>
        </p:txBody>
      </p:sp>
      <p:sp>
        <p:nvSpPr>
          <p:cNvPr id="1048661" name="Freeform 5"/>
          <p:cNvSpPr/>
          <p:nvPr/>
        </p:nvSpPr>
        <p:spPr>
          <a:xfrm>
            <a:off x="13763158" y="387350"/>
            <a:ext cx="4160184" cy="4114800"/>
          </a:xfrm>
          <a:custGeom>
            <a:avLst/>
            <a:gdLst/>
            <a:ahLst/>
            <a:cxnLst/>
            <a:rect l="l" t="t" r="r" b="b"/>
            <a:pathLst>
              <a:path w="4160184" h="4114800">
                <a:moveTo>
                  <a:pt x="0" y="0"/>
                </a:moveTo>
                <a:lnTo>
                  <a:pt x="4160184" y="0"/>
                </a:lnTo>
                <a:lnTo>
                  <a:pt x="4160184" y="4114800"/>
                </a:lnTo>
                <a:lnTo>
                  <a:pt x="0" y="4114800"/>
                </a:lnTo>
                <a:lnTo>
                  <a:pt x="0" y="0"/>
                </a:lnTo>
                <a:close/>
              </a:path>
            </a:pathLst>
          </a:custGeom>
          <a:blipFill>
            <a:blip r:embed="rId3">
              <a:alphaModFix amt="37000"/>
            </a:blip>
            <a:stretch>
              <a:fillRect/>
            </a:stretch>
          </a:blipFill>
        </p:spPr>
      </p:sp>
      <p:sp>
        <p:nvSpPr>
          <p:cNvPr id="1048662" name="Freeform 6"/>
          <p:cNvSpPr/>
          <p:nvPr/>
        </p:nvSpPr>
        <p:spPr>
          <a:xfrm rot="-10800000">
            <a:off x="516373" y="5762625"/>
            <a:ext cx="4160184" cy="4114800"/>
          </a:xfrm>
          <a:custGeom>
            <a:avLst/>
            <a:gdLst/>
            <a:ahLst/>
            <a:cxnLst/>
            <a:rect l="l" t="t" r="r" b="b"/>
            <a:pathLst>
              <a:path w="4160184" h="4114800">
                <a:moveTo>
                  <a:pt x="0" y="0"/>
                </a:moveTo>
                <a:lnTo>
                  <a:pt x="4160184" y="0"/>
                </a:lnTo>
                <a:lnTo>
                  <a:pt x="4160184" y="4114800"/>
                </a:lnTo>
                <a:lnTo>
                  <a:pt x="0" y="4114800"/>
                </a:lnTo>
                <a:lnTo>
                  <a:pt x="0" y="0"/>
                </a:lnTo>
                <a:close/>
              </a:path>
            </a:pathLst>
          </a:custGeom>
          <a:blipFill>
            <a:blip r:embed="rId3">
              <a:alphaModFix amt="37000"/>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96</TotalTime>
  <Words>326</Words>
  <Application>Microsoft Office PowerPoint</Application>
  <PresentationFormat>Custom</PresentationFormat>
  <Paragraphs>34</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Archivo Black</vt:lpstr>
      <vt:lpstr>Calibri</vt:lpstr>
      <vt:lpstr>League Spartan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minimalist professional Business Proposal Presentation</dc:title>
  <dc:creator>Sanjith Ram</dc:creator>
  <cp:lastModifiedBy>Varad Borse</cp:lastModifiedBy>
  <cp:revision>4</cp:revision>
  <dcterms:created xsi:type="dcterms:W3CDTF">2006-08-15T13:00:00Z</dcterms:created>
  <dcterms:modified xsi:type="dcterms:W3CDTF">2024-10-20T16:50:45Z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f9e73571551b48128e749d9cd33499b1</vt:lpwstr>
  </property>
</Properties>
</file>